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26"/>
  </p:notesMasterIdLst>
  <p:sldIdLst>
    <p:sldId id="315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37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8" r:id="rId22"/>
    <p:sldId id="334" r:id="rId23"/>
    <p:sldId id="335" r:id="rId24"/>
    <p:sldId id="336" r:id="rId2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Open Sans Light" panose="020B0306030504020204" pitchFamily="34" charset="0"/>
      <p:regular r:id="rId35"/>
      <p:bold r:id="rId36"/>
      <p:italic r:id="rId37"/>
      <p:boldItalic r:id="rId38"/>
    </p:embeddedFont>
    <p:embeddedFont>
      <p:font typeface="Ubuntu" panose="020B050403060203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DEEPWIKI DEMO PROMPT (recommended primary):</a:t>
            </a:r>
          </a:p>
          <a:p>
            <a:r>
              <a:t>"Using deepwiki on modelcontextprotocol/typescript-sdk, show me the simplest way to register a tool with server.tool() — what arguments does it take, and what does a minimal handler return?"</a:t>
            </a:r>
          </a:p>
          <a:p>
            <a:endParaRPr/>
          </a:p>
          <a:p>
            <a:r>
              <a:t>Why this one: it's the exact API attendees will call ~30 min later when they vibe-code their own MCP. DeepWiki is previewing what they're about to build. Generic "summarize this repo" prompts can be approximated from training data; asking for a specific signature forces DeepWiki to actually read the SDK.</a:t>
            </a:r>
          </a:p>
          <a:p>
            <a:endParaRPr/>
          </a:p>
          <a:p>
            <a:r>
              <a:t>When the answer arrives, point at the signature and say: "That — server.tool(name, description, schema, handler) — is exactly what you'll write in your own MCP tomorrow."</a:t>
            </a:r>
          </a:p>
          <a:p>
            <a:endParaRPr/>
          </a:p>
          <a:p>
            <a:r>
              <a:t>BACKUPS (if the primary stumbles or you have time):</a:t>
            </a:r>
          </a:p>
          <a:p>
            <a:r>
              <a:t>- "Using deepwiki on modelcontextprotocol/typescript-sdk, what's the difference between McpServer and the lower-level Server class?"</a:t>
            </a:r>
          </a:p>
          <a:p>
            <a:r>
              <a:t>- "Using deepwiki, what does the README of facebook/react say about strict mode?"  (high-volume, always-indexed safety net)</a:t>
            </a:r>
          </a:p>
          <a:p>
            <a:endParaRPr/>
          </a:p>
          <a:p>
            <a:r>
              <a:t>AVOID: "summarize the repo" prompts — answer looks like the LLM could have invented it; wow factor is low.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-00 Agendas">
  <p:cSld name="TITLE_4_2_1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240300" y="1925250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Agendas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02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-01">
  <p:cSld name="CUSTOM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536550" y="1048070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2"/>
          </p:nvPr>
        </p:nvSpPr>
        <p:spPr>
          <a:xfrm>
            <a:off x="536550" y="1363434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3"/>
          </p:nvPr>
        </p:nvSpPr>
        <p:spPr>
          <a:xfrm>
            <a:off x="536550" y="1678798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4"/>
          </p:nvPr>
        </p:nvSpPr>
        <p:spPr>
          <a:xfrm>
            <a:off x="536550" y="1994161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5"/>
          </p:nvPr>
        </p:nvSpPr>
        <p:spPr>
          <a:xfrm>
            <a:off x="536550" y="2309525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6"/>
          </p:nvPr>
        </p:nvSpPr>
        <p:spPr>
          <a:xfrm>
            <a:off x="536550" y="2624888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7"/>
          </p:nvPr>
        </p:nvSpPr>
        <p:spPr>
          <a:xfrm>
            <a:off x="536550" y="596500"/>
            <a:ext cx="80709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●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857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○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857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■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857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●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857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○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857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■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857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●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857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 Light"/>
              <a:buChar char="○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8575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900"/>
              <a:buFont typeface="Open Sans Light"/>
              <a:buChar char="■"/>
              <a:defRPr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40600" y="1008904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8"/>
          </p:nvPr>
        </p:nvSpPr>
        <p:spPr>
          <a:xfrm>
            <a:off x="940600" y="1324267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9"/>
          </p:nvPr>
        </p:nvSpPr>
        <p:spPr>
          <a:xfrm>
            <a:off x="940600" y="1639631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3"/>
          </p:nvPr>
        </p:nvSpPr>
        <p:spPr>
          <a:xfrm>
            <a:off x="940600" y="1954994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14"/>
          </p:nvPr>
        </p:nvSpPr>
        <p:spPr>
          <a:xfrm>
            <a:off x="940600" y="2270358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15"/>
          </p:nvPr>
        </p:nvSpPr>
        <p:spPr>
          <a:xfrm>
            <a:off x="940600" y="2585722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6"/>
          </p:nvPr>
        </p:nvSpPr>
        <p:spPr>
          <a:xfrm>
            <a:off x="536550" y="2940252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17"/>
          </p:nvPr>
        </p:nvSpPr>
        <p:spPr>
          <a:xfrm>
            <a:off x="940600" y="2901085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30" name="Google Shape;30;p3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3"/>
          <p:cNvSpPr txBox="1">
            <a:spLocks noGrp="1"/>
          </p:cNvSpPr>
          <p:nvPr>
            <p:ph type="body" idx="18"/>
          </p:nvPr>
        </p:nvSpPr>
        <p:spPr>
          <a:xfrm>
            <a:off x="536550" y="3255611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body" idx="19"/>
          </p:nvPr>
        </p:nvSpPr>
        <p:spPr>
          <a:xfrm>
            <a:off x="536550" y="3570975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body" idx="20"/>
          </p:nvPr>
        </p:nvSpPr>
        <p:spPr>
          <a:xfrm>
            <a:off x="536550" y="3886338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1"/>
          </p:nvPr>
        </p:nvSpPr>
        <p:spPr>
          <a:xfrm>
            <a:off x="940600" y="3216444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title" idx="22"/>
          </p:nvPr>
        </p:nvSpPr>
        <p:spPr>
          <a:xfrm>
            <a:off x="940600" y="3531808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 idx="23"/>
          </p:nvPr>
        </p:nvSpPr>
        <p:spPr>
          <a:xfrm>
            <a:off x="940600" y="3847172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body" idx="24"/>
          </p:nvPr>
        </p:nvSpPr>
        <p:spPr>
          <a:xfrm>
            <a:off x="536550" y="4201702"/>
            <a:ext cx="360000" cy="1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●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794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 Light"/>
              <a:buChar char="○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794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Open Sans Light"/>
              <a:buChar char="■"/>
              <a:defRPr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5"/>
          </p:nvPr>
        </p:nvSpPr>
        <p:spPr>
          <a:xfrm>
            <a:off x="940600" y="4162535"/>
            <a:ext cx="73977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None/>
              <a:defRPr sz="1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00 Covers &amp; Breaker Layouts">
  <p:cSld name="CUSTOM_4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240300" y="1925250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Covers &amp;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Breaker Layouts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01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01">
  <p:cSld name="CUSTOM_5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50" name="Google Shape;50;p5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51" name="Google Shape;51;p5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03">
  <p:cSld name="CUSTOM_8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59" name="Google Shape;59;p6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60" name="Google Shape;60;p6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536575" y="2064300"/>
            <a:ext cx="80709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Ubuntu"/>
              <a:buNone/>
              <a:defRPr sz="28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536575" y="2657875"/>
            <a:ext cx="8070900" cy="2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048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0480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9845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9845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9845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9845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9845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9845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98450" algn="ctr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04">
  <p:cSld name="CUSTOM_8_2">
    <p:bg>
      <p:bgPr>
        <a:solidFill>
          <a:schemeClr val="accent4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70" name="Google Shape;70;p7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71" name="Google Shape;71;p7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536575" y="2286184"/>
            <a:ext cx="8070900" cy="18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1"/>
          </p:nvPr>
        </p:nvSpPr>
        <p:spPr>
          <a:xfrm>
            <a:off x="536575" y="4290084"/>
            <a:ext cx="8070900" cy="2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9845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05">
  <p:cSld name="CUSTOM_8_1">
    <p:bg>
      <p:bgPr>
        <a:solidFill>
          <a:schemeClr val="accent4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81" name="Google Shape;81;p8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82" name="Google Shape;82;p8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536575" y="596500"/>
            <a:ext cx="3405900" cy="393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Ubuntu"/>
              <a:buNone/>
              <a:defRPr sz="4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9" name="Google Shape;89;p8"/>
          <p:cNvSpPr>
            <a:spLocks noGrp="1"/>
          </p:cNvSpPr>
          <p:nvPr>
            <p:ph type="pic" idx="2"/>
          </p:nvPr>
        </p:nvSpPr>
        <p:spPr>
          <a:xfrm>
            <a:off x="4624400" y="0"/>
            <a:ext cx="3299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07">
  <p:cSld name="CUSTOM_8_1_1">
    <p:bg>
      <p:bgPr>
        <a:solidFill>
          <a:schemeClr val="accent4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92" name="Google Shape;92;p9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93" name="Google Shape;93;p9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9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3942475" y="1339050"/>
            <a:ext cx="4665000" cy="1893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Ubuntu"/>
              <a:buNone/>
              <a:defRPr sz="6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body" idx="1"/>
          </p:nvPr>
        </p:nvSpPr>
        <p:spPr>
          <a:xfrm>
            <a:off x="3942475" y="3468775"/>
            <a:ext cx="4665000" cy="2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3048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200"/>
              <a:buFont typeface="Open Sans Light"/>
              <a:buChar char="■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title" idx="2"/>
          </p:nvPr>
        </p:nvSpPr>
        <p:spPr>
          <a:xfrm>
            <a:off x="536575" y="2768000"/>
            <a:ext cx="2043900" cy="199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Font typeface="Ubuntu"/>
              <a:buNone/>
              <a:defRPr sz="1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08">
  <p:cSld name="CUSTOM_17">
    <p:bg>
      <p:bgPr>
        <a:solidFill>
          <a:schemeClr val="accent3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4" name="Google Shape;104;p10"/>
          <p:cNvSpPr>
            <a:spLocks noGrp="1"/>
          </p:cNvSpPr>
          <p:nvPr>
            <p:ph type="pic" idx="2"/>
          </p:nvPr>
        </p:nvSpPr>
        <p:spPr>
          <a:xfrm>
            <a:off x="-3200" y="-4800"/>
            <a:ext cx="7926900" cy="514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5" name="Google Shape;105;p10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106" name="Google Shape;106;p10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xfrm>
            <a:off x="536575" y="3369100"/>
            <a:ext cx="80709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body" idx="1"/>
          </p:nvPr>
        </p:nvSpPr>
        <p:spPr>
          <a:xfrm>
            <a:off x="536575" y="3962675"/>
            <a:ext cx="8070900" cy="2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0480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9845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9845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00 Only Text Layouts">
  <p:cSld name="CUSTOM_9">
    <p:bg>
      <p:bgPr>
        <a:solidFill>
          <a:schemeClr val="lt2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240300" y="1925250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Only Text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Layouts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03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01">
  <p:cSld name="CUSTOM_10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0" name="Google Shape;120;p12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9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2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2" name="Google Shape;122;p12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123" name="Google Shape;123;p12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02">
  <p:cSld name="CUSTOM_10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31" name="Google Shape;131;p13"/>
          <p:cNvSpPr txBox="1">
            <a:spLocks noGrp="1"/>
          </p:cNvSpPr>
          <p:nvPr>
            <p:ph type="body" idx="1"/>
          </p:nvPr>
        </p:nvSpPr>
        <p:spPr>
          <a:xfrm>
            <a:off x="536575" y="1279325"/>
            <a:ext cx="3685200" cy="34164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body" idx="2"/>
          </p:nvPr>
        </p:nvSpPr>
        <p:spPr>
          <a:xfrm>
            <a:off x="4899200" y="1279325"/>
            <a:ext cx="3708300" cy="34164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8070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grpSp>
        <p:nvGrpSpPr>
          <p:cNvPr id="134" name="Google Shape;134;p13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135" name="Google Shape;135;p13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03">
  <p:cSld name="CUSTOM_1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993600" y="0"/>
            <a:ext cx="3150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6979825" y="596500"/>
            <a:ext cx="16275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6979825" y="873100"/>
            <a:ext cx="1627500" cy="7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title" idx="2"/>
          </p:nvPr>
        </p:nvSpPr>
        <p:spPr>
          <a:xfrm>
            <a:off x="6979825" y="1919675"/>
            <a:ext cx="16275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3"/>
          </p:nvPr>
        </p:nvSpPr>
        <p:spPr>
          <a:xfrm>
            <a:off x="6979825" y="2196275"/>
            <a:ext cx="1627500" cy="7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title" idx="4"/>
          </p:nvPr>
        </p:nvSpPr>
        <p:spPr>
          <a:xfrm>
            <a:off x="6979825" y="3242850"/>
            <a:ext cx="16275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9" name="Google Shape;149;p14"/>
          <p:cNvSpPr txBox="1">
            <a:spLocks noGrp="1"/>
          </p:cNvSpPr>
          <p:nvPr>
            <p:ph type="body" idx="5"/>
          </p:nvPr>
        </p:nvSpPr>
        <p:spPr>
          <a:xfrm>
            <a:off x="6979825" y="3519450"/>
            <a:ext cx="1627500" cy="7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50" name="Google Shape;150;p14"/>
          <p:cNvSpPr>
            <a:spLocks noGrp="1"/>
          </p:cNvSpPr>
          <p:nvPr>
            <p:ph type="pic" idx="6"/>
          </p:nvPr>
        </p:nvSpPr>
        <p:spPr>
          <a:xfrm>
            <a:off x="6467425" y="509245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4"/>
          <p:cNvSpPr>
            <a:spLocks noGrp="1"/>
          </p:cNvSpPr>
          <p:nvPr>
            <p:ph type="pic" idx="7"/>
          </p:nvPr>
        </p:nvSpPr>
        <p:spPr>
          <a:xfrm>
            <a:off x="6467425" y="1840170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4"/>
          <p:cNvSpPr>
            <a:spLocks noGrp="1"/>
          </p:cNvSpPr>
          <p:nvPr>
            <p:ph type="pic" idx="8"/>
          </p:nvPr>
        </p:nvSpPr>
        <p:spPr>
          <a:xfrm>
            <a:off x="6467425" y="3163345"/>
            <a:ext cx="360000" cy="36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4"/>
          <p:cNvSpPr txBox="1">
            <a:spLocks noGrp="1"/>
          </p:cNvSpPr>
          <p:nvPr>
            <p:ph type="title" idx="9"/>
          </p:nvPr>
        </p:nvSpPr>
        <p:spPr>
          <a:xfrm>
            <a:off x="536575" y="540000"/>
            <a:ext cx="4654200" cy="9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body" idx="13"/>
          </p:nvPr>
        </p:nvSpPr>
        <p:spPr>
          <a:xfrm>
            <a:off x="536575" y="1739175"/>
            <a:ext cx="46542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55" name="Google Shape;155;p14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156" name="Google Shape;156;p14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04">
  <p:cSld name="CUSTOM_12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 hasCustomPrompt="1"/>
          </p:nvPr>
        </p:nvSpPr>
        <p:spPr>
          <a:xfrm>
            <a:off x="536575" y="1250895"/>
            <a:ext cx="556500" cy="131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5"/>
          <p:cNvSpPr txBox="1">
            <a:spLocks noGrp="1"/>
          </p:cNvSpPr>
          <p:nvPr>
            <p:ph type="title" idx="2" hasCustomPrompt="1"/>
          </p:nvPr>
        </p:nvSpPr>
        <p:spPr>
          <a:xfrm>
            <a:off x="3348040" y="1250895"/>
            <a:ext cx="558000" cy="131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15"/>
          <p:cNvSpPr txBox="1">
            <a:spLocks noGrp="1"/>
          </p:cNvSpPr>
          <p:nvPr>
            <p:ph type="title" idx="3" hasCustomPrompt="1"/>
          </p:nvPr>
        </p:nvSpPr>
        <p:spPr>
          <a:xfrm>
            <a:off x="6134341" y="1250895"/>
            <a:ext cx="558000" cy="131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5"/>
          <p:cNvSpPr txBox="1">
            <a:spLocks noGrp="1"/>
          </p:cNvSpPr>
          <p:nvPr>
            <p:ph type="title" idx="4" hasCustomPrompt="1"/>
          </p:nvPr>
        </p:nvSpPr>
        <p:spPr>
          <a:xfrm>
            <a:off x="536575" y="2877570"/>
            <a:ext cx="558000" cy="131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5"/>
          <p:cNvSpPr txBox="1">
            <a:spLocks noGrp="1"/>
          </p:cNvSpPr>
          <p:nvPr>
            <p:ph type="title" idx="5" hasCustomPrompt="1"/>
          </p:nvPr>
        </p:nvSpPr>
        <p:spPr>
          <a:xfrm>
            <a:off x="3348038" y="2877570"/>
            <a:ext cx="558000" cy="131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9" name="Google Shape;169;p15"/>
          <p:cNvSpPr txBox="1">
            <a:spLocks noGrp="1"/>
          </p:cNvSpPr>
          <p:nvPr>
            <p:ph type="title" idx="6" hasCustomPrompt="1"/>
          </p:nvPr>
        </p:nvSpPr>
        <p:spPr>
          <a:xfrm>
            <a:off x="6134338" y="2877570"/>
            <a:ext cx="558000" cy="131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 idx="7"/>
          </p:nvPr>
        </p:nvSpPr>
        <p:spPr>
          <a:xfrm>
            <a:off x="1209675" y="1456750"/>
            <a:ext cx="1620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8"/>
          </p:nvPr>
        </p:nvSpPr>
        <p:spPr>
          <a:xfrm>
            <a:off x="1209675" y="1954700"/>
            <a:ext cx="1620000" cy="9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title" idx="9"/>
          </p:nvPr>
        </p:nvSpPr>
        <p:spPr>
          <a:xfrm>
            <a:off x="4021174" y="1456750"/>
            <a:ext cx="1620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title" idx="13"/>
          </p:nvPr>
        </p:nvSpPr>
        <p:spPr>
          <a:xfrm>
            <a:off x="4021178" y="1954700"/>
            <a:ext cx="1620000" cy="9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title" idx="14"/>
          </p:nvPr>
        </p:nvSpPr>
        <p:spPr>
          <a:xfrm>
            <a:off x="6807475" y="1456750"/>
            <a:ext cx="1620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title" idx="15"/>
          </p:nvPr>
        </p:nvSpPr>
        <p:spPr>
          <a:xfrm>
            <a:off x="6807482" y="1954700"/>
            <a:ext cx="1620000" cy="9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title" idx="16"/>
          </p:nvPr>
        </p:nvSpPr>
        <p:spPr>
          <a:xfrm>
            <a:off x="1209696" y="3083424"/>
            <a:ext cx="1620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title" idx="17"/>
          </p:nvPr>
        </p:nvSpPr>
        <p:spPr>
          <a:xfrm>
            <a:off x="1209696" y="3581374"/>
            <a:ext cx="1620000" cy="9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title" idx="18"/>
          </p:nvPr>
        </p:nvSpPr>
        <p:spPr>
          <a:xfrm>
            <a:off x="4021174" y="3083424"/>
            <a:ext cx="1620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title" idx="19"/>
          </p:nvPr>
        </p:nvSpPr>
        <p:spPr>
          <a:xfrm>
            <a:off x="4021178" y="3581374"/>
            <a:ext cx="1620000" cy="9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80" name="Google Shape;180;p15"/>
          <p:cNvSpPr txBox="1">
            <a:spLocks noGrp="1"/>
          </p:cNvSpPr>
          <p:nvPr>
            <p:ph type="title" idx="20"/>
          </p:nvPr>
        </p:nvSpPr>
        <p:spPr>
          <a:xfrm>
            <a:off x="6807475" y="3083424"/>
            <a:ext cx="1620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1" name="Google Shape;181;p15"/>
          <p:cNvSpPr txBox="1">
            <a:spLocks noGrp="1"/>
          </p:cNvSpPr>
          <p:nvPr>
            <p:ph type="title" idx="21"/>
          </p:nvPr>
        </p:nvSpPr>
        <p:spPr>
          <a:xfrm>
            <a:off x="6807482" y="3581374"/>
            <a:ext cx="1620000" cy="9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 Light"/>
              <a:buNone/>
              <a:defRPr sz="800" b="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type="title" idx="22"/>
          </p:nvPr>
        </p:nvSpPr>
        <p:spPr>
          <a:xfrm>
            <a:off x="536575" y="540000"/>
            <a:ext cx="8070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grpSp>
        <p:nvGrpSpPr>
          <p:cNvPr id="183" name="Google Shape;183;p15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184" name="Google Shape;184;p15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06">
  <p:cSld name="CUSTOM_14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2" name="Google Shape;192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16"/>
          <p:cNvSpPr txBox="1">
            <a:spLocks noGrp="1"/>
          </p:cNvSpPr>
          <p:nvPr>
            <p:ph type="title" idx="2"/>
          </p:nvPr>
        </p:nvSpPr>
        <p:spPr>
          <a:xfrm>
            <a:off x="1896675" y="3152225"/>
            <a:ext cx="5343000" cy="11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 b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1400" b="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194" name="Google Shape;194;p16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195" name="Google Shape;195;p16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08">
  <p:cSld name="CUSTOM_16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85725" y="-754750"/>
            <a:ext cx="2063100" cy="24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rPr>
              <a:t>“</a:t>
            </a:r>
            <a:endParaRPr sz="40000" b="1">
              <a:solidFill>
                <a:schemeClr val="accent6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4" name="Google Shape;204;p17"/>
          <p:cNvSpPr txBox="1">
            <a:spLocks noGrp="1"/>
          </p:cNvSpPr>
          <p:nvPr>
            <p:ph type="title"/>
          </p:nvPr>
        </p:nvSpPr>
        <p:spPr>
          <a:xfrm>
            <a:off x="1896675" y="1291250"/>
            <a:ext cx="6255300" cy="21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body" idx="1"/>
          </p:nvPr>
        </p:nvSpPr>
        <p:spPr>
          <a:xfrm>
            <a:off x="1896675" y="4130492"/>
            <a:ext cx="5725200" cy="1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 b="1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 b="1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 b="1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 b="1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 b="1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 b="1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 b="1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6" name="Google Shape;206;p17"/>
          <p:cNvSpPr txBox="1">
            <a:spLocks noGrp="1"/>
          </p:cNvSpPr>
          <p:nvPr>
            <p:ph type="body" idx="2"/>
          </p:nvPr>
        </p:nvSpPr>
        <p:spPr>
          <a:xfrm>
            <a:off x="1896675" y="4389542"/>
            <a:ext cx="5725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grpSp>
        <p:nvGrpSpPr>
          <p:cNvPr id="207" name="Google Shape;207;p17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208" name="Google Shape;208;p17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10">
  <p:cSld name="CUSTOM_16_2_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16" name="Google Shape;216;p18"/>
          <p:cNvSpPr txBox="1">
            <a:spLocks noGrp="1"/>
          </p:cNvSpPr>
          <p:nvPr>
            <p:ph type="body" idx="1"/>
          </p:nvPr>
        </p:nvSpPr>
        <p:spPr>
          <a:xfrm>
            <a:off x="536575" y="1159575"/>
            <a:ext cx="6017100" cy="79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spcBef>
                <a:spcPts val="50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spcBef>
                <a:spcPts val="500"/>
              </a:spcBef>
              <a:spcAft>
                <a:spcPts val="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spcBef>
                <a:spcPts val="50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spcBef>
                <a:spcPts val="50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spcBef>
                <a:spcPts val="500"/>
              </a:spcBef>
              <a:spcAft>
                <a:spcPts val="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50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50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500"/>
              </a:spcBef>
              <a:spcAft>
                <a:spcPts val="50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body" idx="2"/>
          </p:nvPr>
        </p:nvSpPr>
        <p:spPr>
          <a:xfrm>
            <a:off x="536575" y="2019150"/>
            <a:ext cx="2700000" cy="19554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3"/>
          </p:nvPr>
        </p:nvSpPr>
        <p:spPr>
          <a:xfrm>
            <a:off x="3853725" y="2019150"/>
            <a:ext cx="2700000" cy="19554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60171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body" idx="4"/>
          </p:nvPr>
        </p:nvSpPr>
        <p:spPr>
          <a:xfrm>
            <a:off x="536575" y="4394200"/>
            <a:ext cx="6017100" cy="13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grpSp>
        <p:nvGrpSpPr>
          <p:cNvPr id="221" name="Google Shape;221;p18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222" name="Google Shape;222;p18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11">
  <p:cSld name="CUSTOM_16_2_1">
    <p:bg>
      <p:bgPr>
        <a:solidFill>
          <a:schemeClr val="accent3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624400" y="0"/>
            <a:ext cx="4519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31" name="Google Shape;231;p19"/>
          <p:cNvSpPr txBox="1">
            <a:spLocks noGrp="1"/>
          </p:cNvSpPr>
          <p:nvPr>
            <p:ph type="body" idx="1"/>
          </p:nvPr>
        </p:nvSpPr>
        <p:spPr>
          <a:xfrm>
            <a:off x="5311425" y="596500"/>
            <a:ext cx="3295800" cy="39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3282000" cy="9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body" idx="2"/>
          </p:nvPr>
        </p:nvSpPr>
        <p:spPr>
          <a:xfrm>
            <a:off x="536575" y="2083375"/>
            <a:ext cx="3282000" cy="24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234" name="Google Shape;234;p19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235" name="Google Shape;235;p19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12">
  <p:cSld name="CUSTOM_16_1">
    <p:bg>
      <p:bgPr>
        <a:solidFill>
          <a:schemeClr val="accent4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624400" y="0"/>
            <a:ext cx="4519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5190725" y="1073000"/>
            <a:ext cx="3416700" cy="12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600"/>
              <a:buNone/>
              <a:defRPr sz="9600">
                <a:solidFill>
                  <a:schemeClr val="accent6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title" idx="2"/>
          </p:nvPr>
        </p:nvSpPr>
        <p:spPr>
          <a:xfrm>
            <a:off x="5190725" y="2754550"/>
            <a:ext cx="9360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title" idx="3"/>
          </p:nvPr>
        </p:nvSpPr>
        <p:spPr>
          <a:xfrm>
            <a:off x="6431070" y="2754550"/>
            <a:ext cx="9360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title" idx="4"/>
          </p:nvPr>
        </p:nvSpPr>
        <p:spPr>
          <a:xfrm>
            <a:off x="7671415" y="2754550"/>
            <a:ext cx="9360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body" idx="1"/>
          </p:nvPr>
        </p:nvSpPr>
        <p:spPr>
          <a:xfrm>
            <a:off x="5190725" y="3332950"/>
            <a:ext cx="936000" cy="21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body" idx="5"/>
          </p:nvPr>
        </p:nvSpPr>
        <p:spPr>
          <a:xfrm>
            <a:off x="6431070" y="3332950"/>
            <a:ext cx="936000" cy="21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body" idx="6"/>
          </p:nvPr>
        </p:nvSpPr>
        <p:spPr>
          <a:xfrm>
            <a:off x="7671415" y="3332950"/>
            <a:ext cx="936000" cy="21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title" idx="7"/>
          </p:nvPr>
        </p:nvSpPr>
        <p:spPr>
          <a:xfrm>
            <a:off x="536575" y="540000"/>
            <a:ext cx="3282000" cy="9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type="body" idx="8"/>
          </p:nvPr>
        </p:nvSpPr>
        <p:spPr>
          <a:xfrm>
            <a:off x="536575" y="2084700"/>
            <a:ext cx="3282000" cy="24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53" name="Google Shape;253;p20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254" name="Google Shape;254;p20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13">
  <p:cSld name="CUSTOM_16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48225" y="1282650"/>
            <a:ext cx="1906800" cy="156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48225" y="2971240"/>
            <a:ext cx="1906800" cy="156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2580500" y="1282650"/>
            <a:ext cx="1920900" cy="325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639431" y="1282650"/>
            <a:ext cx="1920900" cy="156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639431" y="2971240"/>
            <a:ext cx="1920900" cy="156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6686652" y="1282650"/>
            <a:ext cx="1920900" cy="325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8070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title" idx="2"/>
          </p:nvPr>
        </p:nvSpPr>
        <p:spPr>
          <a:xfrm>
            <a:off x="768950" y="1842935"/>
            <a:ext cx="14700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21"/>
          <p:cNvSpPr txBox="1">
            <a:spLocks noGrp="1"/>
          </p:cNvSpPr>
          <p:nvPr>
            <p:ph type="body" idx="1"/>
          </p:nvPr>
        </p:nvSpPr>
        <p:spPr>
          <a:xfrm>
            <a:off x="768950" y="2280658"/>
            <a:ext cx="1470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21"/>
          <p:cNvSpPr txBox="1">
            <a:spLocks noGrp="1"/>
          </p:cNvSpPr>
          <p:nvPr>
            <p:ph type="title" idx="3"/>
          </p:nvPr>
        </p:nvSpPr>
        <p:spPr>
          <a:xfrm>
            <a:off x="768950" y="152415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72" name="Google Shape;272;p21"/>
          <p:cNvSpPr txBox="1">
            <a:spLocks noGrp="1"/>
          </p:cNvSpPr>
          <p:nvPr>
            <p:ph type="title" idx="4"/>
          </p:nvPr>
        </p:nvSpPr>
        <p:spPr>
          <a:xfrm>
            <a:off x="768950" y="3498544"/>
            <a:ext cx="14700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21"/>
          <p:cNvSpPr txBox="1">
            <a:spLocks noGrp="1"/>
          </p:cNvSpPr>
          <p:nvPr>
            <p:ph type="body" idx="5"/>
          </p:nvPr>
        </p:nvSpPr>
        <p:spPr>
          <a:xfrm>
            <a:off x="768950" y="3936267"/>
            <a:ext cx="1470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1"/>
          <p:cNvSpPr txBox="1">
            <a:spLocks noGrp="1"/>
          </p:cNvSpPr>
          <p:nvPr>
            <p:ph type="title" idx="6"/>
          </p:nvPr>
        </p:nvSpPr>
        <p:spPr>
          <a:xfrm>
            <a:off x="768950" y="317976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75" name="Google Shape;275;p21"/>
          <p:cNvSpPr txBox="1">
            <a:spLocks noGrp="1"/>
          </p:cNvSpPr>
          <p:nvPr>
            <p:ph type="title" idx="7"/>
          </p:nvPr>
        </p:nvSpPr>
        <p:spPr>
          <a:xfrm>
            <a:off x="2812225" y="2626179"/>
            <a:ext cx="1470000" cy="5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21"/>
          <p:cNvSpPr txBox="1">
            <a:spLocks noGrp="1"/>
          </p:cNvSpPr>
          <p:nvPr>
            <p:ph type="body" idx="8"/>
          </p:nvPr>
        </p:nvSpPr>
        <p:spPr>
          <a:xfrm>
            <a:off x="2812225" y="3454560"/>
            <a:ext cx="1470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1"/>
          <p:cNvSpPr txBox="1">
            <a:spLocks noGrp="1"/>
          </p:cNvSpPr>
          <p:nvPr>
            <p:ph type="title" idx="9"/>
          </p:nvPr>
        </p:nvSpPr>
        <p:spPr>
          <a:xfrm>
            <a:off x="2812225" y="2164652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title" idx="13"/>
          </p:nvPr>
        </p:nvSpPr>
        <p:spPr>
          <a:xfrm>
            <a:off x="6917525" y="2626179"/>
            <a:ext cx="1470000" cy="5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body" idx="14"/>
          </p:nvPr>
        </p:nvSpPr>
        <p:spPr>
          <a:xfrm>
            <a:off x="6917525" y="3454560"/>
            <a:ext cx="1470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title" idx="15"/>
          </p:nvPr>
        </p:nvSpPr>
        <p:spPr>
          <a:xfrm>
            <a:off x="6917525" y="2164652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81" name="Google Shape;281;p21"/>
          <p:cNvSpPr txBox="1">
            <a:spLocks noGrp="1"/>
          </p:cNvSpPr>
          <p:nvPr>
            <p:ph type="title" idx="16"/>
          </p:nvPr>
        </p:nvSpPr>
        <p:spPr>
          <a:xfrm>
            <a:off x="4859025" y="1842935"/>
            <a:ext cx="14700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21"/>
          <p:cNvSpPr txBox="1">
            <a:spLocks noGrp="1"/>
          </p:cNvSpPr>
          <p:nvPr>
            <p:ph type="body" idx="17"/>
          </p:nvPr>
        </p:nvSpPr>
        <p:spPr>
          <a:xfrm>
            <a:off x="4859025" y="2280658"/>
            <a:ext cx="1470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21"/>
          <p:cNvSpPr txBox="1">
            <a:spLocks noGrp="1"/>
          </p:cNvSpPr>
          <p:nvPr>
            <p:ph type="title" idx="18"/>
          </p:nvPr>
        </p:nvSpPr>
        <p:spPr>
          <a:xfrm>
            <a:off x="4859025" y="152415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84" name="Google Shape;284;p21"/>
          <p:cNvSpPr txBox="1">
            <a:spLocks noGrp="1"/>
          </p:cNvSpPr>
          <p:nvPr>
            <p:ph type="title" idx="19"/>
          </p:nvPr>
        </p:nvSpPr>
        <p:spPr>
          <a:xfrm>
            <a:off x="4859025" y="3498544"/>
            <a:ext cx="14700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body" idx="20"/>
          </p:nvPr>
        </p:nvSpPr>
        <p:spPr>
          <a:xfrm>
            <a:off x="4859025" y="3936267"/>
            <a:ext cx="1470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marL="1371600" lvl="2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ctr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ctr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title" idx="21"/>
          </p:nvPr>
        </p:nvSpPr>
        <p:spPr>
          <a:xfrm>
            <a:off x="4859025" y="317976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287" name="Google Shape;287;p21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288" name="Google Shape;288;p21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14">
  <p:cSld name="CUSTOM_16_1_1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536575" y="1236550"/>
            <a:ext cx="1918500" cy="329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2580500" y="1236550"/>
            <a:ext cx="1918500" cy="329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4624425" y="1236550"/>
            <a:ext cx="1918500" cy="329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668350" y="1236550"/>
            <a:ext cx="1939200" cy="329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8070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22"/>
          <p:cNvSpPr txBox="1">
            <a:spLocks noGrp="1"/>
          </p:cNvSpPr>
          <p:nvPr>
            <p:ph type="body" idx="1"/>
          </p:nvPr>
        </p:nvSpPr>
        <p:spPr>
          <a:xfrm>
            <a:off x="768950" y="1899616"/>
            <a:ext cx="1470000" cy="240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02" name="Google Shape;302;p22"/>
          <p:cNvSpPr txBox="1">
            <a:spLocks noGrp="1"/>
          </p:cNvSpPr>
          <p:nvPr>
            <p:ph type="title" idx="2"/>
          </p:nvPr>
        </p:nvSpPr>
        <p:spPr>
          <a:xfrm>
            <a:off x="768950" y="152415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3" name="Google Shape;303;p22"/>
          <p:cNvSpPr txBox="1">
            <a:spLocks noGrp="1"/>
          </p:cNvSpPr>
          <p:nvPr>
            <p:ph type="body" idx="3"/>
          </p:nvPr>
        </p:nvSpPr>
        <p:spPr>
          <a:xfrm>
            <a:off x="2804750" y="1899616"/>
            <a:ext cx="1470000" cy="240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04" name="Google Shape;304;p22"/>
          <p:cNvSpPr txBox="1">
            <a:spLocks noGrp="1"/>
          </p:cNvSpPr>
          <p:nvPr>
            <p:ph type="title" idx="4"/>
          </p:nvPr>
        </p:nvSpPr>
        <p:spPr>
          <a:xfrm>
            <a:off x="2804750" y="152415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5" name="Google Shape;305;p22"/>
          <p:cNvSpPr txBox="1">
            <a:spLocks noGrp="1"/>
          </p:cNvSpPr>
          <p:nvPr>
            <p:ph type="body" idx="5"/>
          </p:nvPr>
        </p:nvSpPr>
        <p:spPr>
          <a:xfrm>
            <a:off x="4848675" y="1899616"/>
            <a:ext cx="1470000" cy="240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06" name="Google Shape;306;p22"/>
          <p:cNvSpPr txBox="1">
            <a:spLocks noGrp="1"/>
          </p:cNvSpPr>
          <p:nvPr>
            <p:ph type="title" idx="6"/>
          </p:nvPr>
        </p:nvSpPr>
        <p:spPr>
          <a:xfrm>
            <a:off x="4848675" y="152415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7" name="Google Shape;307;p22"/>
          <p:cNvSpPr txBox="1">
            <a:spLocks noGrp="1"/>
          </p:cNvSpPr>
          <p:nvPr>
            <p:ph type="body" idx="7"/>
          </p:nvPr>
        </p:nvSpPr>
        <p:spPr>
          <a:xfrm>
            <a:off x="6892600" y="1899616"/>
            <a:ext cx="1470000" cy="240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08" name="Google Shape;308;p22"/>
          <p:cNvSpPr txBox="1">
            <a:spLocks noGrp="1"/>
          </p:cNvSpPr>
          <p:nvPr>
            <p:ph type="title" idx="8"/>
          </p:nvPr>
        </p:nvSpPr>
        <p:spPr>
          <a:xfrm>
            <a:off x="6892600" y="1524150"/>
            <a:ext cx="1470000" cy="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309" name="Google Shape;309;p22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310" name="Google Shape;310;p22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0 - Text &amp; Images - 1/3">
  <p:cSld name="CUSTOM_18">
    <p:bg>
      <p:bgPr>
        <a:solidFill>
          <a:schemeClr val="lt2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240300" y="1525217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Text &amp; Image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04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238125" y="2736992"/>
            <a:ext cx="86634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⅓ layouts</a:t>
            </a:r>
            <a:endParaRPr sz="30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1">
  <p:cSld name="CUSTOM_19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23" name="Google Shape;323;p24"/>
          <p:cNvSpPr txBox="1">
            <a:spLocks noGrp="1"/>
          </p:cNvSpPr>
          <p:nvPr>
            <p:ph type="ctrTitle"/>
          </p:nvPr>
        </p:nvSpPr>
        <p:spPr>
          <a:xfrm>
            <a:off x="538150" y="1018625"/>
            <a:ext cx="4652700" cy="35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600"/>
              <a:buNone/>
              <a:defRPr sz="46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4"/>
          <p:cNvSpPr txBox="1">
            <a:spLocks noGrp="1"/>
          </p:cNvSpPr>
          <p:nvPr>
            <p:ph type="subTitle" idx="1"/>
          </p:nvPr>
        </p:nvSpPr>
        <p:spPr>
          <a:xfrm>
            <a:off x="536575" y="596500"/>
            <a:ext cx="3585600" cy="2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25" name="Google Shape;325;p24"/>
          <p:cNvSpPr>
            <a:spLocks noGrp="1"/>
          </p:cNvSpPr>
          <p:nvPr>
            <p:ph type="pic" idx="2"/>
          </p:nvPr>
        </p:nvSpPr>
        <p:spPr>
          <a:xfrm>
            <a:off x="5993600" y="0"/>
            <a:ext cx="3150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2">
  <p:cSld name="CUSTOM_26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28" name="Google Shape;328;p25"/>
          <p:cNvSpPr txBox="1">
            <a:spLocks noGrp="1"/>
          </p:cNvSpPr>
          <p:nvPr>
            <p:ph type="subTitle" idx="1"/>
          </p:nvPr>
        </p:nvSpPr>
        <p:spPr>
          <a:xfrm>
            <a:off x="536575" y="1638800"/>
            <a:ext cx="4654200" cy="289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29" name="Google Shape;329;p25"/>
          <p:cNvSpPr>
            <a:spLocks noGrp="1"/>
          </p:cNvSpPr>
          <p:nvPr>
            <p:ph type="pic" idx="2"/>
          </p:nvPr>
        </p:nvSpPr>
        <p:spPr>
          <a:xfrm>
            <a:off x="5993600" y="0"/>
            <a:ext cx="3150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25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46542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3">
  <p:cSld name="CUSTOM_26_2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33" name="Google Shape;333;p26"/>
          <p:cNvSpPr>
            <a:spLocks noGrp="1"/>
          </p:cNvSpPr>
          <p:nvPr>
            <p:ph type="pic" idx="2"/>
          </p:nvPr>
        </p:nvSpPr>
        <p:spPr>
          <a:xfrm>
            <a:off x="5993600" y="0"/>
            <a:ext cx="3150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26"/>
          <p:cNvSpPr txBox="1">
            <a:spLocks noGrp="1"/>
          </p:cNvSpPr>
          <p:nvPr>
            <p:ph type="body" idx="1"/>
          </p:nvPr>
        </p:nvSpPr>
        <p:spPr>
          <a:xfrm>
            <a:off x="536575" y="596500"/>
            <a:ext cx="4774800" cy="79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5" name="Google Shape;335;p26"/>
          <p:cNvSpPr txBox="1">
            <a:spLocks noGrp="1"/>
          </p:cNvSpPr>
          <p:nvPr>
            <p:ph type="body" idx="3"/>
          </p:nvPr>
        </p:nvSpPr>
        <p:spPr>
          <a:xfrm>
            <a:off x="536575" y="1727325"/>
            <a:ext cx="4774800" cy="2446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6" name="Google Shape;336;p26"/>
          <p:cNvSpPr txBox="1">
            <a:spLocks noGrp="1"/>
          </p:cNvSpPr>
          <p:nvPr>
            <p:ph type="body" idx="4"/>
          </p:nvPr>
        </p:nvSpPr>
        <p:spPr>
          <a:xfrm>
            <a:off x="536575" y="4394100"/>
            <a:ext cx="4774800" cy="13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4">
  <p:cSld name="CUSTOM_26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"/>
          </p:nvPr>
        </p:nvSpPr>
        <p:spPr>
          <a:xfrm>
            <a:off x="536575" y="19811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0" name="Google Shape;340;p27"/>
          <p:cNvSpPr>
            <a:spLocks noGrp="1"/>
          </p:cNvSpPr>
          <p:nvPr>
            <p:ph type="pic" idx="2"/>
          </p:nvPr>
        </p:nvSpPr>
        <p:spPr>
          <a:xfrm>
            <a:off x="5993600" y="0"/>
            <a:ext cx="3150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27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46542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27"/>
          <p:cNvSpPr txBox="1">
            <a:spLocks noGrp="1"/>
          </p:cNvSpPr>
          <p:nvPr>
            <p:ph type="title" idx="3"/>
          </p:nvPr>
        </p:nvSpPr>
        <p:spPr>
          <a:xfrm>
            <a:off x="536575" y="23097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27"/>
          <p:cNvSpPr txBox="1">
            <a:spLocks noGrp="1"/>
          </p:cNvSpPr>
          <p:nvPr>
            <p:ph type="body" idx="4"/>
          </p:nvPr>
        </p:nvSpPr>
        <p:spPr>
          <a:xfrm>
            <a:off x="2244913" y="19811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4" name="Google Shape;344;p27"/>
          <p:cNvSpPr txBox="1">
            <a:spLocks noGrp="1"/>
          </p:cNvSpPr>
          <p:nvPr>
            <p:ph type="title" idx="5"/>
          </p:nvPr>
        </p:nvSpPr>
        <p:spPr>
          <a:xfrm>
            <a:off x="2244913" y="23097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27"/>
          <p:cNvSpPr txBox="1">
            <a:spLocks noGrp="1"/>
          </p:cNvSpPr>
          <p:nvPr>
            <p:ph type="body" idx="6"/>
          </p:nvPr>
        </p:nvSpPr>
        <p:spPr>
          <a:xfrm>
            <a:off x="3953250" y="19811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6" name="Google Shape;346;p27"/>
          <p:cNvSpPr txBox="1">
            <a:spLocks noGrp="1"/>
          </p:cNvSpPr>
          <p:nvPr>
            <p:ph type="title" idx="7"/>
          </p:nvPr>
        </p:nvSpPr>
        <p:spPr>
          <a:xfrm>
            <a:off x="3953250" y="23097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27"/>
          <p:cNvSpPr txBox="1">
            <a:spLocks noGrp="1"/>
          </p:cNvSpPr>
          <p:nvPr>
            <p:ph type="body" idx="8"/>
          </p:nvPr>
        </p:nvSpPr>
        <p:spPr>
          <a:xfrm>
            <a:off x="536575" y="32483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8" name="Google Shape;348;p27"/>
          <p:cNvSpPr txBox="1">
            <a:spLocks noGrp="1"/>
          </p:cNvSpPr>
          <p:nvPr>
            <p:ph type="title" idx="9"/>
          </p:nvPr>
        </p:nvSpPr>
        <p:spPr>
          <a:xfrm>
            <a:off x="536575" y="35770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27"/>
          <p:cNvSpPr txBox="1">
            <a:spLocks noGrp="1"/>
          </p:cNvSpPr>
          <p:nvPr>
            <p:ph type="body" idx="13"/>
          </p:nvPr>
        </p:nvSpPr>
        <p:spPr>
          <a:xfrm>
            <a:off x="2244913" y="32483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50" name="Google Shape;350;p27"/>
          <p:cNvSpPr txBox="1">
            <a:spLocks noGrp="1"/>
          </p:cNvSpPr>
          <p:nvPr>
            <p:ph type="title" idx="14"/>
          </p:nvPr>
        </p:nvSpPr>
        <p:spPr>
          <a:xfrm>
            <a:off x="2244913" y="35770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27"/>
          <p:cNvSpPr txBox="1">
            <a:spLocks noGrp="1"/>
          </p:cNvSpPr>
          <p:nvPr>
            <p:ph type="body" idx="15"/>
          </p:nvPr>
        </p:nvSpPr>
        <p:spPr>
          <a:xfrm>
            <a:off x="3953250" y="32483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52" name="Google Shape;352;p27"/>
          <p:cNvSpPr txBox="1">
            <a:spLocks noGrp="1"/>
          </p:cNvSpPr>
          <p:nvPr>
            <p:ph type="title" idx="16"/>
          </p:nvPr>
        </p:nvSpPr>
        <p:spPr>
          <a:xfrm>
            <a:off x="3953250" y="35770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5">
  <p:cSld name="CUSTOM_26_1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8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55" name="Google Shape;355;p28"/>
          <p:cNvSpPr txBox="1">
            <a:spLocks noGrp="1"/>
          </p:cNvSpPr>
          <p:nvPr>
            <p:ph type="ctrTitle"/>
          </p:nvPr>
        </p:nvSpPr>
        <p:spPr>
          <a:xfrm>
            <a:off x="3820100" y="1018625"/>
            <a:ext cx="4652700" cy="35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600"/>
              <a:buNone/>
              <a:defRPr sz="46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28"/>
          <p:cNvSpPr txBox="1">
            <a:spLocks noGrp="1"/>
          </p:cNvSpPr>
          <p:nvPr>
            <p:ph type="subTitle" idx="1"/>
          </p:nvPr>
        </p:nvSpPr>
        <p:spPr>
          <a:xfrm>
            <a:off x="3818525" y="596500"/>
            <a:ext cx="4788900" cy="2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57" name="Google Shape;357;p28"/>
          <p:cNvSpPr>
            <a:spLocks noGrp="1"/>
          </p:cNvSpPr>
          <p:nvPr>
            <p:ph type="pic" idx="2"/>
          </p:nvPr>
        </p:nvSpPr>
        <p:spPr>
          <a:xfrm>
            <a:off x="0" y="0"/>
            <a:ext cx="31503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58" name="Google Shape;358;p28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359" name="Google Shape;359;p28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6">
  <p:cSld name="CUSTOM_26_1_1_4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367" name="Google Shape;367;p29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368" name="Google Shape;368;p29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29"/>
          <p:cNvSpPr>
            <a:spLocks noGrp="1"/>
          </p:cNvSpPr>
          <p:nvPr>
            <p:ph type="pic" idx="2"/>
          </p:nvPr>
        </p:nvSpPr>
        <p:spPr>
          <a:xfrm>
            <a:off x="0" y="0"/>
            <a:ext cx="3150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29"/>
          <p:cNvSpPr txBox="1">
            <a:spLocks noGrp="1"/>
          </p:cNvSpPr>
          <p:nvPr>
            <p:ph type="subTitle" idx="1"/>
          </p:nvPr>
        </p:nvSpPr>
        <p:spPr>
          <a:xfrm>
            <a:off x="3818525" y="1638800"/>
            <a:ext cx="4788900" cy="289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6" name="Google Shape;376;p29"/>
          <p:cNvSpPr txBox="1">
            <a:spLocks noGrp="1"/>
          </p:cNvSpPr>
          <p:nvPr>
            <p:ph type="title"/>
          </p:nvPr>
        </p:nvSpPr>
        <p:spPr>
          <a:xfrm>
            <a:off x="3818525" y="540000"/>
            <a:ext cx="47889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7">
  <p:cSld name="CUSTOM_26_1_1_3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379" name="Google Shape;379;p30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380" name="Google Shape;380;p30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6" name="Google Shape;386;p30"/>
          <p:cNvSpPr>
            <a:spLocks noGrp="1"/>
          </p:cNvSpPr>
          <p:nvPr>
            <p:ph type="pic" idx="2"/>
          </p:nvPr>
        </p:nvSpPr>
        <p:spPr>
          <a:xfrm>
            <a:off x="0" y="0"/>
            <a:ext cx="3150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30"/>
          <p:cNvSpPr txBox="1">
            <a:spLocks noGrp="1"/>
          </p:cNvSpPr>
          <p:nvPr>
            <p:ph type="body" idx="1"/>
          </p:nvPr>
        </p:nvSpPr>
        <p:spPr>
          <a:xfrm>
            <a:off x="3818525" y="596500"/>
            <a:ext cx="4788900" cy="79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88" name="Google Shape;388;p30"/>
          <p:cNvSpPr txBox="1">
            <a:spLocks noGrp="1"/>
          </p:cNvSpPr>
          <p:nvPr>
            <p:ph type="body" idx="3"/>
          </p:nvPr>
        </p:nvSpPr>
        <p:spPr>
          <a:xfrm>
            <a:off x="3818525" y="1727325"/>
            <a:ext cx="4788900" cy="2446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9" name="Google Shape;389;p30"/>
          <p:cNvSpPr txBox="1">
            <a:spLocks noGrp="1"/>
          </p:cNvSpPr>
          <p:nvPr>
            <p:ph type="body" idx="4"/>
          </p:nvPr>
        </p:nvSpPr>
        <p:spPr>
          <a:xfrm>
            <a:off x="3818525" y="4394100"/>
            <a:ext cx="4788900" cy="13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08">
  <p:cSld name="CUSTOM_26_1_1_2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92" name="Google Shape;392;p31"/>
          <p:cNvSpPr txBox="1">
            <a:spLocks noGrp="1"/>
          </p:cNvSpPr>
          <p:nvPr>
            <p:ph type="body" idx="1"/>
          </p:nvPr>
        </p:nvSpPr>
        <p:spPr>
          <a:xfrm>
            <a:off x="3818525" y="19811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title"/>
          </p:nvPr>
        </p:nvSpPr>
        <p:spPr>
          <a:xfrm>
            <a:off x="3818525" y="540000"/>
            <a:ext cx="47889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title" idx="2"/>
          </p:nvPr>
        </p:nvSpPr>
        <p:spPr>
          <a:xfrm>
            <a:off x="3818525" y="23097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body" idx="3"/>
          </p:nvPr>
        </p:nvSpPr>
        <p:spPr>
          <a:xfrm>
            <a:off x="5526863" y="19811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title" idx="4"/>
          </p:nvPr>
        </p:nvSpPr>
        <p:spPr>
          <a:xfrm>
            <a:off x="5526863" y="23097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body" idx="5"/>
          </p:nvPr>
        </p:nvSpPr>
        <p:spPr>
          <a:xfrm>
            <a:off x="7235200" y="19811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98" name="Google Shape;398;p31"/>
          <p:cNvSpPr txBox="1">
            <a:spLocks noGrp="1"/>
          </p:cNvSpPr>
          <p:nvPr>
            <p:ph type="title" idx="6"/>
          </p:nvPr>
        </p:nvSpPr>
        <p:spPr>
          <a:xfrm>
            <a:off x="7235200" y="23097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99" name="Google Shape;399;p31"/>
          <p:cNvSpPr txBox="1">
            <a:spLocks noGrp="1"/>
          </p:cNvSpPr>
          <p:nvPr>
            <p:ph type="body" idx="7"/>
          </p:nvPr>
        </p:nvSpPr>
        <p:spPr>
          <a:xfrm>
            <a:off x="3818525" y="32483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title" idx="8"/>
          </p:nvPr>
        </p:nvSpPr>
        <p:spPr>
          <a:xfrm>
            <a:off x="3818525" y="35770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body" idx="9"/>
          </p:nvPr>
        </p:nvSpPr>
        <p:spPr>
          <a:xfrm>
            <a:off x="5526863" y="32483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title" idx="13"/>
          </p:nvPr>
        </p:nvSpPr>
        <p:spPr>
          <a:xfrm>
            <a:off x="5526863" y="35770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body" idx="14"/>
          </p:nvPr>
        </p:nvSpPr>
        <p:spPr>
          <a:xfrm>
            <a:off x="7235200" y="32483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04" name="Google Shape;404;p31"/>
          <p:cNvSpPr txBox="1">
            <a:spLocks noGrp="1"/>
          </p:cNvSpPr>
          <p:nvPr>
            <p:ph type="title" idx="15"/>
          </p:nvPr>
        </p:nvSpPr>
        <p:spPr>
          <a:xfrm>
            <a:off x="7235200" y="35770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grpSp>
        <p:nvGrpSpPr>
          <p:cNvPr id="405" name="Google Shape;405;p31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406" name="Google Shape;406;p31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31"/>
          <p:cNvSpPr>
            <a:spLocks noGrp="1"/>
          </p:cNvSpPr>
          <p:nvPr>
            <p:ph type="pic" idx="16"/>
          </p:nvPr>
        </p:nvSpPr>
        <p:spPr>
          <a:xfrm>
            <a:off x="0" y="0"/>
            <a:ext cx="3150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0  - Text &amp; Images - Split">
  <p:cSld name="CUSTOM_40">
    <p:bg>
      <p:bgPr>
        <a:solidFill>
          <a:schemeClr val="lt2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2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240300" y="1525217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Text &amp; Image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16" name="Google Shape;416;p32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05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238125" y="2736992"/>
            <a:ext cx="86634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Split layouts</a:t>
            </a:r>
            <a:endParaRPr sz="30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1">
  <p:cSld name="CUSTOM_27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20" name="Google Shape;420;p33"/>
          <p:cNvSpPr txBox="1">
            <a:spLocks noGrp="1"/>
          </p:cNvSpPr>
          <p:nvPr>
            <p:ph type="ctrTitle"/>
          </p:nvPr>
        </p:nvSpPr>
        <p:spPr>
          <a:xfrm>
            <a:off x="538150" y="1018625"/>
            <a:ext cx="3404400" cy="35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600"/>
              <a:buNone/>
              <a:defRPr sz="46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33"/>
          <p:cNvSpPr txBox="1">
            <a:spLocks noGrp="1"/>
          </p:cNvSpPr>
          <p:nvPr>
            <p:ph type="subTitle" idx="1"/>
          </p:nvPr>
        </p:nvSpPr>
        <p:spPr>
          <a:xfrm>
            <a:off x="536575" y="596500"/>
            <a:ext cx="3585600" cy="2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22" name="Google Shape;422;p33"/>
          <p:cNvSpPr>
            <a:spLocks noGrp="1"/>
          </p:cNvSpPr>
          <p:nvPr>
            <p:ph type="pic" idx="2"/>
          </p:nvPr>
        </p:nvSpPr>
        <p:spPr>
          <a:xfrm>
            <a:off x="4624400" y="0"/>
            <a:ext cx="451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2">
  <p:cSld name="CUSTOM_20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25" name="Google Shape;425;p34"/>
          <p:cNvSpPr txBox="1">
            <a:spLocks noGrp="1"/>
          </p:cNvSpPr>
          <p:nvPr>
            <p:ph type="subTitle" idx="1"/>
          </p:nvPr>
        </p:nvSpPr>
        <p:spPr>
          <a:xfrm>
            <a:off x="536575" y="1638800"/>
            <a:ext cx="3405900" cy="289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6" name="Google Shape;426;p3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34059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34"/>
          <p:cNvSpPr>
            <a:spLocks noGrp="1"/>
          </p:cNvSpPr>
          <p:nvPr>
            <p:ph type="pic" idx="2"/>
          </p:nvPr>
        </p:nvSpPr>
        <p:spPr>
          <a:xfrm>
            <a:off x="4624400" y="0"/>
            <a:ext cx="451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3">
  <p:cSld name="CUSTOM_21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5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30" name="Google Shape;430;p35"/>
          <p:cNvSpPr txBox="1">
            <a:spLocks noGrp="1"/>
          </p:cNvSpPr>
          <p:nvPr>
            <p:ph type="body" idx="1"/>
          </p:nvPr>
        </p:nvSpPr>
        <p:spPr>
          <a:xfrm>
            <a:off x="536575" y="596500"/>
            <a:ext cx="3405900" cy="79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31" name="Google Shape;431;p35"/>
          <p:cNvSpPr txBox="1">
            <a:spLocks noGrp="1"/>
          </p:cNvSpPr>
          <p:nvPr>
            <p:ph type="body" idx="2"/>
          </p:nvPr>
        </p:nvSpPr>
        <p:spPr>
          <a:xfrm>
            <a:off x="536575" y="1948650"/>
            <a:ext cx="3405900" cy="1992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2" name="Google Shape;432;p35"/>
          <p:cNvSpPr txBox="1">
            <a:spLocks noGrp="1"/>
          </p:cNvSpPr>
          <p:nvPr>
            <p:ph type="body" idx="3"/>
          </p:nvPr>
        </p:nvSpPr>
        <p:spPr>
          <a:xfrm>
            <a:off x="536575" y="4278575"/>
            <a:ext cx="3405900" cy="2544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433" name="Google Shape;433;p35"/>
          <p:cNvSpPr>
            <a:spLocks noGrp="1"/>
          </p:cNvSpPr>
          <p:nvPr>
            <p:ph type="pic" idx="4"/>
          </p:nvPr>
        </p:nvSpPr>
        <p:spPr>
          <a:xfrm>
            <a:off x="4624400" y="0"/>
            <a:ext cx="451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4">
  <p:cSld name="CUSTOM_22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36" name="Google Shape;436;p36"/>
          <p:cNvSpPr txBox="1">
            <a:spLocks noGrp="1"/>
          </p:cNvSpPr>
          <p:nvPr>
            <p:ph type="body" idx="1"/>
          </p:nvPr>
        </p:nvSpPr>
        <p:spPr>
          <a:xfrm>
            <a:off x="536575" y="22859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37" name="Google Shape;437;p36"/>
          <p:cNvSpPr>
            <a:spLocks noGrp="1"/>
          </p:cNvSpPr>
          <p:nvPr>
            <p:ph type="pic" idx="2"/>
          </p:nvPr>
        </p:nvSpPr>
        <p:spPr>
          <a:xfrm>
            <a:off x="4624400" y="0"/>
            <a:ext cx="4519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36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34059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39" name="Google Shape;439;p36"/>
          <p:cNvSpPr txBox="1">
            <a:spLocks noGrp="1"/>
          </p:cNvSpPr>
          <p:nvPr>
            <p:ph type="title" idx="3"/>
          </p:nvPr>
        </p:nvSpPr>
        <p:spPr>
          <a:xfrm>
            <a:off x="536575" y="26145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40" name="Google Shape;440;p36"/>
          <p:cNvSpPr txBox="1">
            <a:spLocks noGrp="1"/>
          </p:cNvSpPr>
          <p:nvPr>
            <p:ph type="body" idx="4"/>
          </p:nvPr>
        </p:nvSpPr>
        <p:spPr>
          <a:xfrm>
            <a:off x="2580475" y="22859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1" name="Google Shape;441;p36"/>
          <p:cNvSpPr txBox="1">
            <a:spLocks noGrp="1"/>
          </p:cNvSpPr>
          <p:nvPr>
            <p:ph type="title" idx="5"/>
          </p:nvPr>
        </p:nvSpPr>
        <p:spPr>
          <a:xfrm>
            <a:off x="2580475" y="26145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42" name="Google Shape;442;p36"/>
          <p:cNvSpPr txBox="1">
            <a:spLocks noGrp="1"/>
          </p:cNvSpPr>
          <p:nvPr>
            <p:ph type="body" idx="6"/>
          </p:nvPr>
        </p:nvSpPr>
        <p:spPr>
          <a:xfrm>
            <a:off x="536575" y="34769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3" name="Google Shape;443;p36"/>
          <p:cNvSpPr txBox="1">
            <a:spLocks noGrp="1"/>
          </p:cNvSpPr>
          <p:nvPr>
            <p:ph type="title" idx="7"/>
          </p:nvPr>
        </p:nvSpPr>
        <p:spPr>
          <a:xfrm>
            <a:off x="536575" y="38056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36"/>
          <p:cNvSpPr txBox="1">
            <a:spLocks noGrp="1"/>
          </p:cNvSpPr>
          <p:nvPr>
            <p:ph type="body" idx="8"/>
          </p:nvPr>
        </p:nvSpPr>
        <p:spPr>
          <a:xfrm>
            <a:off x="2580475" y="34769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5" name="Google Shape;445;p36"/>
          <p:cNvSpPr txBox="1">
            <a:spLocks noGrp="1"/>
          </p:cNvSpPr>
          <p:nvPr>
            <p:ph type="title" idx="9"/>
          </p:nvPr>
        </p:nvSpPr>
        <p:spPr>
          <a:xfrm>
            <a:off x="2580475" y="38056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5">
  <p:cSld name="CUSTOM_23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7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48" name="Google Shape;448;p37"/>
          <p:cNvSpPr>
            <a:spLocks noGrp="1"/>
          </p:cNvSpPr>
          <p:nvPr>
            <p:ph type="pic" idx="2"/>
          </p:nvPr>
        </p:nvSpPr>
        <p:spPr>
          <a:xfrm>
            <a:off x="0" y="0"/>
            <a:ext cx="4500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7"/>
          <p:cNvSpPr txBox="1">
            <a:spLocks noGrp="1"/>
          </p:cNvSpPr>
          <p:nvPr>
            <p:ph type="ctrTitle"/>
          </p:nvPr>
        </p:nvSpPr>
        <p:spPr>
          <a:xfrm>
            <a:off x="5190725" y="1018625"/>
            <a:ext cx="3416700" cy="35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600"/>
              <a:buNone/>
              <a:defRPr sz="46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None/>
              <a:defRPr sz="4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37"/>
          <p:cNvSpPr txBox="1">
            <a:spLocks noGrp="1"/>
          </p:cNvSpPr>
          <p:nvPr>
            <p:ph type="subTitle" idx="1"/>
          </p:nvPr>
        </p:nvSpPr>
        <p:spPr>
          <a:xfrm>
            <a:off x="5190725" y="596500"/>
            <a:ext cx="3416700" cy="2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grpSp>
        <p:nvGrpSpPr>
          <p:cNvPr id="451" name="Google Shape;451;p37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452" name="Google Shape;452;p37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6">
  <p:cSld name="CUSTOM_28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8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0" name="Google Shape;460;p38"/>
          <p:cNvSpPr>
            <a:spLocks noGrp="1"/>
          </p:cNvSpPr>
          <p:nvPr>
            <p:ph type="pic" idx="2"/>
          </p:nvPr>
        </p:nvSpPr>
        <p:spPr>
          <a:xfrm>
            <a:off x="0" y="0"/>
            <a:ext cx="4500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38"/>
          <p:cNvSpPr txBox="1">
            <a:spLocks noGrp="1"/>
          </p:cNvSpPr>
          <p:nvPr>
            <p:ph type="subTitle" idx="1"/>
          </p:nvPr>
        </p:nvSpPr>
        <p:spPr>
          <a:xfrm>
            <a:off x="5190725" y="1638800"/>
            <a:ext cx="3416700" cy="289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62" name="Google Shape;462;p38"/>
          <p:cNvSpPr txBox="1">
            <a:spLocks noGrp="1"/>
          </p:cNvSpPr>
          <p:nvPr>
            <p:ph type="title"/>
          </p:nvPr>
        </p:nvSpPr>
        <p:spPr>
          <a:xfrm>
            <a:off x="5190725" y="540000"/>
            <a:ext cx="34167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grpSp>
        <p:nvGrpSpPr>
          <p:cNvPr id="463" name="Google Shape;463;p38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464" name="Google Shape;464;p38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8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8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8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8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8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7">
  <p:cSld name="CUSTOM_29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2" name="Google Shape;472;p39"/>
          <p:cNvSpPr>
            <a:spLocks noGrp="1"/>
          </p:cNvSpPr>
          <p:nvPr>
            <p:ph type="pic" idx="2"/>
          </p:nvPr>
        </p:nvSpPr>
        <p:spPr>
          <a:xfrm>
            <a:off x="0" y="0"/>
            <a:ext cx="4500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39"/>
          <p:cNvSpPr txBox="1">
            <a:spLocks noGrp="1"/>
          </p:cNvSpPr>
          <p:nvPr>
            <p:ph type="body" idx="1"/>
          </p:nvPr>
        </p:nvSpPr>
        <p:spPr>
          <a:xfrm>
            <a:off x="5190725" y="596500"/>
            <a:ext cx="3416700" cy="79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●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Open Sans"/>
              <a:buChar char="○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400"/>
              <a:buFont typeface="Open Sans"/>
              <a:buChar char="■"/>
              <a:defRPr sz="14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74" name="Google Shape;474;p39"/>
          <p:cNvSpPr txBox="1">
            <a:spLocks noGrp="1"/>
          </p:cNvSpPr>
          <p:nvPr>
            <p:ph type="body" idx="3"/>
          </p:nvPr>
        </p:nvSpPr>
        <p:spPr>
          <a:xfrm>
            <a:off x="5190725" y="1856550"/>
            <a:ext cx="3416700" cy="23172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5" name="Google Shape;475;p39"/>
          <p:cNvSpPr txBox="1">
            <a:spLocks noGrp="1"/>
          </p:cNvSpPr>
          <p:nvPr>
            <p:ph type="body" idx="4"/>
          </p:nvPr>
        </p:nvSpPr>
        <p:spPr>
          <a:xfrm>
            <a:off x="5190725" y="4273250"/>
            <a:ext cx="3416700" cy="259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grpSp>
        <p:nvGrpSpPr>
          <p:cNvPr id="476" name="Google Shape;476;p39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477" name="Google Shape;477;p39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-08">
  <p:cSld name="CUSTOM_30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5" name="Google Shape;485;p40"/>
          <p:cNvSpPr txBox="1">
            <a:spLocks noGrp="1"/>
          </p:cNvSpPr>
          <p:nvPr>
            <p:ph type="body" idx="1"/>
          </p:nvPr>
        </p:nvSpPr>
        <p:spPr>
          <a:xfrm>
            <a:off x="5190725" y="22859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86" name="Google Shape;486;p40"/>
          <p:cNvSpPr txBox="1">
            <a:spLocks noGrp="1"/>
          </p:cNvSpPr>
          <p:nvPr>
            <p:ph type="title"/>
          </p:nvPr>
        </p:nvSpPr>
        <p:spPr>
          <a:xfrm>
            <a:off x="5190725" y="540000"/>
            <a:ext cx="3416700" cy="87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40"/>
          <p:cNvSpPr txBox="1">
            <a:spLocks noGrp="1"/>
          </p:cNvSpPr>
          <p:nvPr>
            <p:ph type="title" idx="2"/>
          </p:nvPr>
        </p:nvSpPr>
        <p:spPr>
          <a:xfrm>
            <a:off x="5190725" y="26145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40"/>
          <p:cNvSpPr txBox="1">
            <a:spLocks noGrp="1"/>
          </p:cNvSpPr>
          <p:nvPr>
            <p:ph type="body" idx="3"/>
          </p:nvPr>
        </p:nvSpPr>
        <p:spPr>
          <a:xfrm>
            <a:off x="7234625" y="228593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89" name="Google Shape;489;p40"/>
          <p:cNvSpPr txBox="1">
            <a:spLocks noGrp="1"/>
          </p:cNvSpPr>
          <p:nvPr>
            <p:ph type="title" idx="4"/>
          </p:nvPr>
        </p:nvSpPr>
        <p:spPr>
          <a:xfrm>
            <a:off x="7234625" y="261455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40"/>
          <p:cNvSpPr txBox="1">
            <a:spLocks noGrp="1"/>
          </p:cNvSpPr>
          <p:nvPr>
            <p:ph type="body" idx="5"/>
          </p:nvPr>
        </p:nvSpPr>
        <p:spPr>
          <a:xfrm>
            <a:off x="5190725" y="34769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91" name="Google Shape;491;p40"/>
          <p:cNvSpPr txBox="1">
            <a:spLocks noGrp="1"/>
          </p:cNvSpPr>
          <p:nvPr>
            <p:ph type="title" idx="6"/>
          </p:nvPr>
        </p:nvSpPr>
        <p:spPr>
          <a:xfrm>
            <a:off x="5190725" y="38056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40"/>
          <p:cNvSpPr txBox="1">
            <a:spLocks noGrp="1"/>
          </p:cNvSpPr>
          <p:nvPr>
            <p:ph type="body" idx="7"/>
          </p:nvPr>
        </p:nvSpPr>
        <p:spPr>
          <a:xfrm>
            <a:off x="7234625" y="3476983"/>
            <a:ext cx="1237500" cy="1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93" name="Google Shape;493;p40"/>
          <p:cNvSpPr txBox="1">
            <a:spLocks noGrp="1"/>
          </p:cNvSpPr>
          <p:nvPr>
            <p:ph type="title" idx="8"/>
          </p:nvPr>
        </p:nvSpPr>
        <p:spPr>
          <a:xfrm>
            <a:off x="7234625" y="3805608"/>
            <a:ext cx="12375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40"/>
          <p:cNvSpPr>
            <a:spLocks noGrp="1"/>
          </p:cNvSpPr>
          <p:nvPr>
            <p:ph type="pic" idx="9"/>
          </p:nvPr>
        </p:nvSpPr>
        <p:spPr>
          <a:xfrm>
            <a:off x="0" y="0"/>
            <a:ext cx="4500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5" name="Google Shape;495;p40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496" name="Google Shape;496;p40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-00 - Mosaic Layouts">
  <p:cSld name="CUSTOM_41">
    <p:bg>
      <p:bgPr>
        <a:solidFill>
          <a:schemeClr val="lt2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1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4" name="Google Shape;504;p41"/>
          <p:cNvSpPr txBox="1"/>
          <p:nvPr/>
        </p:nvSpPr>
        <p:spPr>
          <a:xfrm>
            <a:off x="240300" y="1925250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Mosaic Layouts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05" name="Google Shape;505;p41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06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-01">
  <p:cSld name="CUSTOM_35">
    <p:bg>
      <p:bgPr>
        <a:solidFill>
          <a:schemeClr val="accent3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2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8" name="Google Shape;508;p42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8070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42"/>
          <p:cNvSpPr txBox="1">
            <a:spLocks noGrp="1"/>
          </p:cNvSpPr>
          <p:nvPr>
            <p:ph type="body" idx="1"/>
          </p:nvPr>
        </p:nvSpPr>
        <p:spPr>
          <a:xfrm>
            <a:off x="536575" y="3660900"/>
            <a:ext cx="2340000" cy="871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10" name="Google Shape;510;p42"/>
          <p:cNvSpPr>
            <a:spLocks noGrp="1"/>
          </p:cNvSpPr>
          <p:nvPr>
            <p:ph type="pic" idx="2"/>
          </p:nvPr>
        </p:nvSpPr>
        <p:spPr>
          <a:xfrm>
            <a:off x="536575" y="1303875"/>
            <a:ext cx="2448000" cy="18000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42"/>
          <p:cNvSpPr txBox="1">
            <a:spLocks noGrp="1"/>
          </p:cNvSpPr>
          <p:nvPr>
            <p:ph type="title" idx="3"/>
          </p:nvPr>
        </p:nvSpPr>
        <p:spPr>
          <a:xfrm>
            <a:off x="536575" y="3331050"/>
            <a:ext cx="234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12" name="Google Shape;512;p42"/>
          <p:cNvSpPr txBox="1">
            <a:spLocks noGrp="1"/>
          </p:cNvSpPr>
          <p:nvPr>
            <p:ph type="body" idx="4"/>
          </p:nvPr>
        </p:nvSpPr>
        <p:spPr>
          <a:xfrm>
            <a:off x="3348025" y="3660900"/>
            <a:ext cx="2340000" cy="871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13" name="Google Shape;513;p42"/>
          <p:cNvSpPr>
            <a:spLocks noGrp="1"/>
          </p:cNvSpPr>
          <p:nvPr>
            <p:ph type="pic" idx="5"/>
          </p:nvPr>
        </p:nvSpPr>
        <p:spPr>
          <a:xfrm>
            <a:off x="3348025" y="1303875"/>
            <a:ext cx="2448000" cy="18000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42"/>
          <p:cNvSpPr txBox="1">
            <a:spLocks noGrp="1"/>
          </p:cNvSpPr>
          <p:nvPr>
            <p:ph type="title" idx="6"/>
          </p:nvPr>
        </p:nvSpPr>
        <p:spPr>
          <a:xfrm>
            <a:off x="3348025" y="3331050"/>
            <a:ext cx="234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15" name="Google Shape;515;p42"/>
          <p:cNvSpPr txBox="1">
            <a:spLocks noGrp="1"/>
          </p:cNvSpPr>
          <p:nvPr>
            <p:ph type="body" idx="7"/>
          </p:nvPr>
        </p:nvSpPr>
        <p:spPr>
          <a:xfrm>
            <a:off x="6159475" y="3660900"/>
            <a:ext cx="2340000" cy="871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16" name="Google Shape;516;p42"/>
          <p:cNvSpPr>
            <a:spLocks noGrp="1"/>
          </p:cNvSpPr>
          <p:nvPr>
            <p:ph type="pic" idx="8"/>
          </p:nvPr>
        </p:nvSpPr>
        <p:spPr>
          <a:xfrm>
            <a:off x="6159475" y="1303875"/>
            <a:ext cx="2448000" cy="18000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42"/>
          <p:cNvSpPr txBox="1">
            <a:spLocks noGrp="1"/>
          </p:cNvSpPr>
          <p:nvPr>
            <p:ph type="title" idx="9"/>
          </p:nvPr>
        </p:nvSpPr>
        <p:spPr>
          <a:xfrm>
            <a:off x="6159475" y="3331050"/>
            <a:ext cx="234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518" name="Google Shape;518;p42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519" name="Google Shape;519;p42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2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-03">
  <p:cSld name="CUSTOM_36">
    <p:bg>
      <p:bgPr>
        <a:solidFill>
          <a:schemeClr val="accent3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27" name="Google Shape;527;p43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8070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28" name="Google Shape;528;p43"/>
          <p:cNvSpPr txBox="1">
            <a:spLocks noGrp="1"/>
          </p:cNvSpPr>
          <p:nvPr>
            <p:ph type="body" idx="1"/>
          </p:nvPr>
        </p:nvSpPr>
        <p:spPr>
          <a:xfrm>
            <a:off x="536575" y="3632400"/>
            <a:ext cx="1620000" cy="9003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29" name="Google Shape;529;p43"/>
          <p:cNvSpPr>
            <a:spLocks noGrp="1"/>
          </p:cNvSpPr>
          <p:nvPr>
            <p:ph type="pic" idx="2"/>
          </p:nvPr>
        </p:nvSpPr>
        <p:spPr>
          <a:xfrm>
            <a:off x="536575" y="1367900"/>
            <a:ext cx="1800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43"/>
          <p:cNvSpPr txBox="1">
            <a:spLocks noGrp="1"/>
          </p:cNvSpPr>
          <p:nvPr>
            <p:ph type="title" idx="3"/>
          </p:nvPr>
        </p:nvSpPr>
        <p:spPr>
          <a:xfrm>
            <a:off x="536575" y="330255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31" name="Google Shape;531;p43"/>
          <p:cNvSpPr txBox="1">
            <a:spLocks noGrp="1"/>
          </p:cNvSpPr>
          <p:nvPr>
            <p:ph type="body" idx="4"/>
          </p:nvPr>
        </p:nvSpPr>
        <p:spPr>
          <a:xfrm>
            <a:off x="2626875" y="3632400"/>
            <a:ext cx="1620000" cy="9003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32" name="Google Shape;532;p43"/>
          <p:cNvSpPr>
            <a:spLocks noGrp="1"/>
          </p:cNvSpPr>
          <p:nvPr>
            <p:ph type="pic" idx="5"/>
          </p:nvPr>
        </p:nvSpPr>
        <p:spPr>
          <a:xfrm>
            <a:off x="2626875" y="1367900"/>
            <a:ext cx="1800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43"/>
          <p:cNvSpPr txBox="1">
            <a:spLocks noGrp="1"/>
          </p:cNvSpPr>
          <p:nvPr>
            <p:ph type="title" idx="6"/>
          </p:nvPr>
        </p:nvSpPr>
        <p:spPr>
          <a:xfrm>
            <a:off x="2626875" y="330255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34" name="Google Shape;534;p43"/>
          <p:cNvSpPr txBox="1">
            <a:spLocks noGrp="1"/>
          </p:cNvSpPr>
          <p:nvPr>
            <p:ph type="body" idx="7"/>
          </p:nvPr>
        </p:nvSpPr>
        <p:spPr>
          <a:xfrm>
            <a:off x="4717175" y="3632400"/>
            <a:ext cx="1620000" cy="9003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35" name="Google Shape;535;p43"/>
          <p:cNvSpPr>
            <a:spLocks noGrp="1"/>
          </p:cNvSpPr>
          <p:nvPr>
            <p:ph type="pic" idx="8"/>
          </p:nvPr>
        </p:nvSpPr>
        <p:spPr>
          <a:xfrm>
            <a:off x="6807475" y="1367900"/>
            <a:ext cx="1800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3"/>
          <p:cNvSpPr txBox="1">
            <a:spLocks noGrp="1"/>
          </p:cNvSpPr>
          <p:nvPr>
            <p:ph type="title" idx="9"/>
          </p:nvPr>
        </p:nvSpPr>
        <p:spPr>
          <a:xfrm>
            <a:off x="4717175" y="330255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37" name="Google Shape;537;p43"/>
          <p:cNvSpPr>
            <a:spLocks noGrp="1"/>
          </p:cNvSpPr>
          <p:nvPr>
            <p:ph type="pic" idx="13"/>
          </p:nvPr>
        </p:nvSpPr>
        <p:spPr>
          <a:xfrm>
            <a:off x="4717175" y="1367900"/>
            <a:ext cx="1800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3"/>
          <p:cNvSpPr txBox="1">
            <a:spLocks noGrp="1"/>
          </p:cNvSpPr>
          <p:nvPr>
            <p:ph type="body" idx="14"/>
          </p:nvPr>
        </p:nvSpPr>
        <p:spPr>
          <a:xfrm>
            <a:off x="6807475" y="3632400"/>
            <a:ext cx="1620000" cy="9003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39" name="Google Shape;539;p43"/>
          <p:cNvSpPr txBox="1">
            <a:spLocks noGrp="1"/>
          </p:cNvSpPr>
          <p:nvPr>
            <p:ph type="title" idx="15"/>
          </p:nvPr>
        </p:nvSpPr>
        <p:spPr>
          <a:xfrm>
            <a:off x="6807475" y="330255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540" name="Google Shape;540;p43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541" name="Google Shape;541;p43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3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3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3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3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-05">
  <p:cSld name="CUSTOM_37">
    <p:bg>
      <p:bgPr>
        <a:solidFill>
          <a:schemeClr val="accent4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49" name="Google Shape;549;p44"/>
          <p:cNvSpPr>
            <a:spLocks noGrp="1"/>
          </p:cNvSpPr>
          <p:nvPr>
            <p:ph type="pic" idx="2"/>
          </p:nvPr>
        </p:nvSpPr>
        <p:spPr>
          <a:xfrm>
            <a:off x="0" y="0"/>
            <a:ext cx="2286000" cy="25704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44"/>
          <p:cNvSpPr>
            <a:spLocks noGrp="1"/>
          </p:cNvSpPr>
          <p:nvPr>
            <p:ph type="pic" idx="3"/>
          </p:nvPr>
        </p:nvSpPr>
        <p:spPr>
          <a:xfrm>
            <a:off x="2286000" y="2570400"/>
            <a:ext cx="2286000" cy="25704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44"/>
          <p:cNvSpPr>
            <a:spLocks noGrp="1"/>
          </p:cNvSpPr>
          <p:nvPr>
            <p:ph type="pic" idx="4"/>
          </p:nvPr>
        </p:nvSpPr>
        <p:spPr>
          <a:xfrm>
            <a:off x="4572000" y="0"/>
            <a:ext cx="2286000" cy="25704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4"/>
          <p:cNvSpPr>
            <a:spLocks noGrp="1"/>
          </p:cNvSpPr>
          <p:nvPr>
            <p:ph type="pic" idx="5"/>
          </p:nvPr>
        </p:nvSpPr>
        <p:spPr>
          <a:xfrm>
            <a:off x="6858000" y="2570400"/>
            <a:ext cx="2286000" cy="25704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4"/>
          <p:cNvSpPr txBox="1">
            <a:spLocks noGrp="1"/>
          </p:cNvSpPr>
          <p:nvPr>
            <p:ph type="title"/>
          </p:nvPr>
        </p:nvSpPr>
        <p:spPr>
          <a:xfrm>
            <a:off x="2580500" y="233250"/>
            <a:ext cx="1620000" cy="74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54" name="Google Shape;554;p44"/>
          <p:cNvSpPr txBox="1">
            <a:spLocks noGrp="1"/>
          </p:cNvSpPr>
          <p:nvPr>
            <p:ph type="body" idx="1"/>
          </p:nvPr>
        </p:nvSpPr>
        <p:spPr>
          <a:xfrm>
            <a:off x="2580500" y="1546450"/>
            <a:ext cx="1620000" cy="811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55" name="Google Shape;555;p44"/>
          <p:cNvSpPr txBox="1">
            <a:spLocks noGrp="1"/>
          </p:cNvSpPr>
          <p:nvPr>
            <p:ph type="title" idx="6"/>
          </p:nvPr>
        </p:nvSpPr>
        <p:spPr>
          <a:xfrm>
            <a:off x="2580500" y="121660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56" name="Google Shape;556;p44"/>
          <p:cNvSpPr txBox="1">
            <a:spLocks noGrp="1"/>
          </p:cNvSpPr>
          <p:nvPr>
            <p:ph type="title" idx="7"/>
          </p:nvPr>
        </p:nvSpPr>
        <p:spPr>
          <a:xfrm>
            <a:off x="7191000" y="233250"/>
            <a:ext cx="1620000" cy="74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57" name="Google Shape;557;p44"/>
          <p:cNvSpPr txBox="1">
            <a:spLocks noGrp="1"/>
          </p:cNvSpPr>
          <p:nvPr>
            <p:ph type="body" idx="8"/>
          </p:nvPr>
        </p:nvSpPr>
        <p:spPr>
          <a:xfrm>
            <a:off x="7191000" y="1546450"/>
            <a:ext cx="1620000" cy="811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58" name="Google Shape;558;p44"/>
          <p:cNvSpPr txBox="1">
            <a:spLocks noGrp="1"/>
          </p:cNvSpPr>
          <p:nvPr>
            <p:ph type="title" idx="9"/>
          </p:nvPr>
        </p:nvSpPr>
        <p:spPr>
          <a:xfrm>
            <a:off x="7191000" y="121660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59" name="Google Shape;559;p44"/>
          <p:cNvSpPr txBox="1">
            <a:spLocks noGrp="1"/>
          </p:cNvSpPr>
          <p:nvPr>
            <p:ph type="title" idx="13"/>
          </p:nvPr>
        </p:nvSpPr>
        <p:spPr>
          <a:xfrm>
            <a:off x="315009" y="2815350"/>
            <a:ext cx="1620000" cy="74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60" name="Google Shape;560;p44"/>
          <p:cNvSpPr txBox="1">
            <a:spLocks noGrp="1"/>
          </p:cNvSpPr>
          <p:nvPr>
            <p:ph type="body" idx="14"/>
          </p:nvPr>
        </p:nvSpPr>
        <p:spPr>
          <a:xfrm>
            <a:off x="315009" y="4128550"/>
            <a:ext cx="1620000" cy="811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61" name="Google Shape;561;p44"/>
          <p:cNvSpPr txBox="1">
            <a:spLocks noGrp="1"/>
          </p:cNvSpPr>
          <p:nvPr>
            <p:ph type="title" idx="15"/>
          </p:nvPr>
        </p:nvSpPr>
        <p:spPr>
          <a:xfrm>
            <a:off x="315009" y="379870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62" name="Google Shape;562;p44"/>
          <p:cNvSpPr txBox="1">
            <a:spLocks noGrp="1"/>
          </p:cNvSpPr>
          <p:nvPr>
            <p:ph type="title" idx="16"/>
          </p:nvPr>
        </p:nvSpPr>
        <p:spPr>
          <a:xfrm>
            <a:off x="4905000" y="2815350"/>
            <a:ext cx="1620000" cy="74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63" name="Google Shape;563;p44"/>
          <p:cNvSpPr txBox="1">
            <a:spLocks noGrp="1"/>
          </p:cNvSpPr>
          <p:nvPr>
            <p:ph type="body" idx="17"/>
          </p:nvPr>
        </p:nvSpPr>
        <p:spPr>
          <a:xfrm>
            <a:off x="4905000" y="4128550"/>
            <a:ext cx="1620000" cy="811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64" name="Google Shape;564;p44"/>
          <p:cNvSpPr txBox="1">
            <a:spLocks noGrp="1"/>
          </p:cNvSpPr>
          <p:nvPr>
            <p:ph type="title" idx="18"/>
          </p:nvPr>
        </p:nvSpPr>
        <p:spPr>
          <a:xfrm>
            <a:off x="4905000" y="3798700"/>
            <a:ext cx="1620000" cy="2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-00">
  <p:cSld name="CUSTOM_24">
    <p:bg>
      <p:bgPr>
        <a:solidFill>
          <a:schemeClr val="lt2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67" name="Google Shape;567;p45"/>
          <p:cNvSpPr txBox="1"/>
          <p:nvPr/>
        </p:nvSpPr>
        <p:spPr>
          <a:xfrm>
            <a:off x="240300" y="1925250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End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Layouts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68" name="Google Shape;568;p45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07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-01">
  <p:cSld name="CUSTOM_25">
    <p:bg>
      <p:bgPr>
        <a:solidFill>
          <a:schemeClr val="dk1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46"/>
          <p:cNvPicPr preferRelativeResize="0"/>
          <p:nvPr/>
        </p:nvPicPr>
        <p:blipFill rotWithShape="1">
          <a:blip r:embed="rId2">
            <a:alphaModFix amt="70000"/>
          </a:blip>
          <a:srcRect t="7798" b="7807"/>
          <a:stretch/>
        </p:blipFill>
        <p:spPr>
          <a:xfrm>
            <a:off x="0" y="0"/>
            <a:ext cx="9144003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6"/>
          <p:cNvSpPr/>
          <p:nvPr/>
        </p:nvSpPr>
        <p:spPr>
          <a:xfrm>
            <a:off x="0" y="0"/>
            <a:ext cx="7357800" cy="5143500"/>
          </a:xfrm>
          <a:prstGeom prst="rect">
            <a:avLst/>
          </a:prstGeom>
          <a:gradFill>
            <a:gsLst>
              <a:gs pos="0">
                <a:srgbClr val="000000">
                  <a:alpha val="40392"/>
                </a:srgbClr>
              </a:gs>
              <a:gs pos="6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46"/>
          <p:cNvSpPr txBox="1">
            <a:spLocks noGrp="1"/>
          </p:cNvSpPr>
          <p:nvPr>
            <p:ph type="sldNum" idx="12"/>
          </p:nvPr>
        </p:nvSpPr>
        <p:spPr>
          <a:xfrm>
            <a:off x="8374483" y="38724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3" name="Google Shape;573;p46"/>
          <p:cNvSpPr txBox="1"/>
          <p:nvPr/>
        </p:nvSpPr>
        <p:spPr>
          <a:xfrm>
            <a:off x="536575" y="467950"/>
            <a:ext cx="5928300" cy="2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Entrepreneurial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Responsible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Dedicated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Inclusive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574" name="Google Shape;574;p46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575" name="Google Shape;575;p46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6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6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6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1" name="Google Shape;581;p46"/>
          <p:cNvSpPr txBox="1"/>
          <p:nvPr/>
        </p:nvSpPr>
        <p:spPr>
          <a:xfrm>
            <a:off x="536575" y="4748575"/>
            <a:ext cx="261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Champions of business software</a:t>
            </a:r>
            <a:endParaRPr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-02">
  <p:cSld name="TITLE_AND_BODY_1_1_1_4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7"/>
          <p:cNvPicPr preferRelativeResize="0"/>
          <p:nvPr/>
        </p:nvPicPr>
        <p:blipFill rotWithShape="1">
          <a:blip r:embed="rId2">
            <a:alphaModFix/>
          </a:blip>
          <a:srcRect t="10025" b="10033"/>
          <a:stretch/>
        </p:blipFill>
        <p:spPr>
          <a:xfrm>
            <a:off x="0" y="0"/>
            <a:ext cx="9144003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7"/>
          <p:cNvSpPr/>
          <p:nvPr/>
        </p:nvSpPr>
        <p:spPr>
          <a:xfrm>
            <a:off x="0" y="0"/>
            <a:ext cx="7357800" cy="5143500"/>
          </a:xfrm>
          <a:prstGeom prst="rect">
            <a:avLst/>
          </a:prstGeom>
          <a:gradFill>
            <a:gsLst>
              <a:gs pos="0">
                <a:srgbClr val="000000">
                  <a:alpha val="40392"/>
                </a:srgbClr>
              </a:gs>
              <a:gs pos="6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5" name="Google Shape;585;p47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586" name="Google Shape;586;p47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7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47"/>
          <p:cNvSpPr txBox="1"/>
          <p:nvPr/>
        </p:nvSpPr>
        <p:spPr>
          <a:xfrm>
            <a:off x="536575" y="4748575"/>
            <a:ext cx="261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Champions of business software</a:t>
            </a:r>
            <a:endParaRPr sz="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p47"/>
          <p:cNvSpPr txBox="1"/>
          <p:nvPr/>
        </p:nvSpPr>
        <p:spPr>
          <a:xfrm>
            <a:off x="536575" y="467950"/>
            <a:ext cx="5928300" cy="2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Entrepreneurial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Responsible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Dedicated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Inclusive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-03">
  <p:cSld name="CUSTOM_38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48" title="Visma-Norway-22_1220.jpg"/>
          <p:cNvPicPr preferRelativeResize="0"/>
          <p:nvPr/>
        </p:nvPicPr>
        <p:blipFill rotWithShape="1">
          <a:blip r:embed="rId2">
            <a:alphaModFix/>
          </a:blip>
          <a:srcRect t="7798" b="7807"/>
          <a:stretch/>
        </p:blipFill>
        <p:spPr>
          <a:xfrm>
            <a:off x="0" y="0"/>
            <a:ext cx="9144003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48"/>
          <p:cNvSpPr/>
          <p:nvPr/>
        </p:nvSpPr>
        <p:spPr>
          <a:xfrm>
            <a:off x="0" y="0"/>
            <a:ext cx="7357800" cy="5143500"/>
          </a:xfrm>
          <a:prstGeom prst="rect">
            <a:avLst/>
          </a:prstGeom>
          <a:gradFill>
            <a:gsLst>
              <a:gs pos="0">
                <a:srgbClr val="000000">
                  <a:alpha val="40392"/>
                </a:srgbClr>
              </a:gs>
              <a:gs pos="6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" name="Google Shape;597;p48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598" name="Google Shape;598;p48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8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8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8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8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8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4" name="Google Shape;604;p48"/>
          <p:cNvSpPr txBox="1"/>
          <p:nvPr/>
        </p:nvSpPr>
        <p:spPr>
          <a:xfrm>
            <a:off x="536575" y="4748575"/>
            <a:ext cx="261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Champions of business software</a:t>
            </a:r>
            <a:endParaRPr sz="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5" name="Google Shape;605;p48"/>
          <p:cNvSpPr txBox="1"/>
          <p:nvPr/>
        </p:nvSpPr>
        <p:spPr>
          <a:xfrm>
            <a:off x="536575" y="467950"/>
            <a:ext cx="5928300" cy="2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Entrepreneurial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Responsible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Dedicated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Inclusive</a:t>
            </a:r>
            <a:endParaRPr sz="46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-04">
  <p:cSld name="BLANK_4">
    <p:bg>
      <p:bgPr>
        <a:solidFill>
          <a:schemeClr val="lt1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9"/>
          <p:cNvSpPr/>
          <p:nvPr/>
        </p:nvSpPr>
        <p:spPr>
          <a:xfrm>
            <a:off x="0" y="25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608" name="Google Shape;608;p49" title="04_Visma_fin_trainstation_DSC7033.jpg"/>
          <p:cNvPicPr preferRelativeResize="0"/>
          <p:nvPr/>
        </p:nvPicPr>
        <p:blipFill rotWithShape="1">
          <a:blip r:embed="rId2">
            <a:alphaModFix/>
          </a:blip>
          <a:srcRect l="19835" r="19841"/>
          <a:stretch/>
        </p:blipFill>
        <p:spPr>
          <a:xfrm>
            <a:off x="4624400" y="0"/>
            <a:ext cx="45195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9"/>
          <p:cNvSpPr txBox="1"/>
          <p:nvPr/>
        </p:nvSpPr>
        <p:spPr>
          <a:xfrm>
            <a:off x="536575" y="494624"/>
            <a:ext cx="34059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rPr>
              <a:t>Entrepreneurial</a:t>
            </a:r>
            <a:endParaRPr sz="3000" b="1">
              <a:solidFill>
                <a:schemeClr val="accent6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rPr>
              <a:t>Responsible</a:t>
            </a:r>
            <a:endParaRPr sz="3000" b="1">
              <a:solidFill>
                <a:schemeClr val="accent6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rPr>
              <a:t>Dedicated</a:t>
            </a:r>
            <a:endParaRPr sz="3000" b="1">
              <a:solidFill>
                <a:schemeClr val="accent6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6"/>
                </a:solidFill>
                <a:latin typeface="Ubuntu"/>
                <a:ea typeface="Ubuntu"/>
                <a:cs typeface="Ubuntu"/>
                <a:sym typeface="Ubuntu"/>
              </a:rPr>
              <a:t>Inclusive</a:t>
            </a:r>
            <a:endParaRPr sz="3000" b="1">
              <a:solidFill>
                <a:schemeClr val="accent6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10" name="Google Shape;610;p49"/>
          <p:cNvSpPr txBox="1"/>
          <p:nvPr/>
        </p:nvSpPr>
        <p:spPr>
          <a:xfrm>
            <a:off x="536575" y="4679310"/>
            <a:ext cx="261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Champions of business software</a:t>
            </a:r>
            <a:endParaRPr sz="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11" name="Google Shape;611;p49"/>
          <p:cNvGrpSpPr/>
          <p:nvPr/>
        </p:nvGrpSpPr>
        <p:grpSpPr>
          <a:xfrm>
            <a:off x="8179987" y="4771688"/>
            <a:ext cx="721508" cy="138564"/>
            <a:chOff x="177575" y="2146150"/>
            <a:chExt cx="7108450" cy="1313400"/>
          </a:xfrm>
        </p:grpSpPr>
        <p:sp>
          <p:nvSpPr>
            <p:cNvPr id="612" name="Google Shape;612;p49"/>
            <p:cNvSpPr/>
            <p:nvPr/>
          </p:nvSpPr>
          <p:spPr>
            <a:xfrm>
              <a:off x="177575" y="2146150"/>
              <a:ext cx="2139100" cy="1313400"/>
            </a:xfrm>
            <a:custGeom>
              <a:avLst/>
              <a:gdLst/>
              <a:ahLst/>
              <a:cxnLst/>
              <a:rect l="l" t="t" r="r" b="b"/>
              <a:pathLst>
                <a:path w="85564" h="52536" extrusionOk="0">
                  <a:moveTo>
                    <a:pt x="31280" y="0"/>
                  </a:moveTo>
                  <a:lnTo>
                    <a:pt x="57917" y="40763"/>
                  </a:lnTo>
                  <a:lnTo>
                    <a:pt x="57917" y="40763"/>
                  </a:lnTo>
                  <a:lnTo>
                    <a:pt x="8880" y="4440"/>
                  </a:lnTo>
                  <a:lnTo>
                    <a:pt x="8880" y="4440"/>
                  </a:lnTo>
                  <a:cubicBezTo>
                    <a:pt x="202" y="10493"/>
                    <a:pt x="0" y="21391"/>
                    <a:pt x="9485" y="32086"/>
                  </a:cubicBezTo>
                  <a:cubicBezTo>
                    <a:pt x="20062" y="44396"/>
                    <a:pt x="39577" y="52535"/>
                    <a:pt x="55998" y="52535"/>
                  </a:cubicBezTo>
                  <a:cubicBezTo>
                    <a:pt x="58689" y="52535"/>
                    <a:pt x="61297" y="52317"/>
                    <a:pt x="63769" y="51862"/>
                  </a:cubicBezTo>
                  <a:cubicBezTo>
                    <a:pt x="81326" y="48431"/>
                    <a:pt x="85564" y="34306"/>
                    <a:pt x="73254" y="20180"/>
                  </a:cubicBezTo>
                  <a:cubicBezTo>
                    <a:pt x="63568" y="9081"/>
                    <a:pt x="46616" y="1413"/>
                    <a:pt x="31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9"/>
            <p:cNvSpPr/>
            <p:nvPr/>
          </p:nvSpPr>
          <p:spPr>
            <a:xfrm>
              <a:off x="6347625" y="2151175"/>
              <a:ext cx="938400" cy="1286500"/>
            </a:xfrm>
            <a:custGeom>
              <a:avLst/>
              <a:gdLst/>
              <a:ahLst/>
              <a:cxnLst/>
              <a:rect l="l" t="t" r="r" b="b"/>
              <a:pathLst>
                <a:path w="37536" h="51460" extrusionOk="0">
                  <a:moveTo>
                    <a:pt x="14127" y="1"/>
                  </a:moveTo>
                  <a:lnTo>
                    <a:pt x="1" y="51459"/>
                  </a:lnTo>
                  <a:lnTo>
                    <a:pt x="10898" y="51459"/>
                  </a:lnTo>
                  <a:lnTo>
                    <a:pt x="17154" y="26840"/>
                  </a:lnTo>
                  <a:cubicBezTo>
                    <a:pt x="17961" y="23813"/>
                    <a:pt x="18163" y="20988"/>
                    <a:pt x="18567" y="17961"/>
                  </a:cubicBezTo>
                  <a:cubicBezTo>
                    <a:pt x="19172" y="20988"/>
                    <a:pt x="19576" y="23813"/>
                    <a:pt x="20585" y="26840"/>
                  </a:cubicBezTo>
                  <a:lnTo>
                    <a:pt x="26437" y="51459"/>
                  </a:lnTo>
                  <a:lnTo>
                    <a:pt x="37536" y="51459"/>
                  </a:lnTo>
                  <a:lnTo>
                    <a:pt x="22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9"/>
            <p:cNvSpPr/>
            <p:nvPr/>
          </p:nvSpPr>
          <p:spPr>
            <a:xfrm>
              <a:off x="2669825" y="2151175"/>
              <a:ext cx="938375" cy="1286500"/>
            </a:xfrm>
            <a:custGeom>
              <a:avLst/>
              <a:gdLst/>
              <a:ahLst/>
              <a:cxnLst/>
              <a:rect l="l" t="t" r="r" b="b"/>
              <a:pathLst>
                <a:path w="37535" h="51460" extrusionOk="0">
                  <a:moveTo>
                    <a:pt x="0" y="1"/>
                  </a:moveTo>
                  <a:lnTo>
                    <a:pt x="14933" y="51459"/>
                  </a:lnTo>
                  <a:lnTo>
                    <a:pt x="23409" y="51459"/>
                  </a:lnTo>
                  <a:lnTo>
                    <a:pt x="37535" y="1"/>
                  </a:lnTo>
                  <a:lnTo>
                    <a:pt x="26840" y="1"/>
                  </a:lnTo>
                  <a:lnTo>
                    <a:pt x="20584" y="24620"/>
                  </a:lnTo>
                  <a:cubicBezTo>
                    <a:pt x="19776" y="27647"/>
                    <a:pt x="19575" y="30472"/>
                    <a:pt x="18969" y="33499"/>
                  </a:cubicBezTo>
                  <a:cubicBezTo>
                    <a:pt x="18364" y="30674"/>
                    <a:pt x="17960" y="27647"/>
                    <a:pt x="17153" y="24822"/>
                  </a:cubicBezTo>
                  <a:lnTo>
                    <a:pt x="1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9"/>
            <p:cNvSpPr/>
            <p:nvPr/>
          </p:nvSpPr>
          <p:spPr>
            <a:xfrm>
              <a:off x="3804950" y="2151175"/>
              <a:ext cx="252275" cy="1286500"/>
            </a:xfrm>
            <a:custGeom>
              <a:avLst/>
              <a:gdLst/>
              <a:ahLst/>
              <a:cxnLst/>
              <a:rect l="l" t="t" r="r" b="b"/>
              <a:pathLst>
                <a:path w="10091" h="51460" extrusionOk="0">
                  <a:moveTo>
                    <a:pt x="0" y="1"/>
                  </a:moveTo>
                  <a:lnTo>
                    <a:pt x="0" y="51459"/>
                  </a:lnTo>
                  <a:lnTo>
                    <a:pt x="10090" y="51459"/>
                  </a:lnTo>
                  <a:lnTo>
                    <a:pt x="10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9"/>
            <p:cNvSpPr/>
            <p:nvPr/>
          </p:nvSpPr>
          <p:spPr>
            <a:xfrm>
              <a:off x="5046025" y="2151175"/>
              <a:ext cx="1155325" cy="1286500"/>
            </a:xfrm>
            <a:custGeom>
              <a:avLst/>
              <a:gdLst/>
              <a:ahLst/>
              <a:cxnLst/>
              <a:rect l="l" t="t" r="r" b="b"/>
              <a:pathLst>
                <a:path w="46213" h="51460" extrusionOk="0">
                  <a:moveTo>
                    <a:pt x="4440" y="1"/>
                  </a:moveTo>
                  <a:lnTo>
                    <a:pt x="0" y="51459"/>
                  </a:lnTo>
                  <a:lnTo>
                    <a:pt x="10897" y="51459"/>
                  </a:lnTo>
                  <a:lnTo>
                    <a:pt x="12512" y="14328"/>
                  </a:lnTo>
                  <a:lnTo>
                    <a:pt x="12512" y="15337"/>
                  </a:lnTo>
                  <a:lnTo>
                    <a:pt x="14328" y="26840"/>
                  </a:lnTo>
                  <a:lnTo>
                    <a:pt x="19373" y="51459"/>
                  </a:lnTo>
                  <a:lnTo>
                    <a:pt x="27243" y="51459"/>
                  </a:lnTo>
                  <a:lnTo>
                    <a:pt x="31481" y="27042"/>
                  </a:lnTo>
                  <a:lnTo>
                    <a:pt x="33096" y="14328"/>
                  </a:lnTo>
                  <a:lnTo>
                    <a:pt x="33297" y="14328"/>
                  </a:lnTo>
                  <a:lnTo>
                    <a:pt x="35719" y="51459"/>
                  </a:lnTo>
                  <a:lnTo>
                    <a:pt x="46213" y="51459"/>
                  </a:lnTo>
                  <a:lnTo>
                    <a:pt x="40764" y="1"/>
                  </a:lnTo>
                  <a:lnTo>
                    <a:pt x="27243" y="1"/>
                  </a:lnTo>
                  <a:lnTo>
                    <a:pt x="23006" y="30472"/>
                  </a:lnTo>
                  <a:lnTo>
                    <a:pt x="17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9"/>
            <p:cNvSpPr/>
            <p:nvPr/>
          </p:nvSpPr>
          <p:spPr>
            <a:xfrm>
              <a:off x="4243850" y="2151175"/>
              <a:ext cx="625625" cy="1286500"/>
            </a:xfrm>
            <a:custGeom>
              <a:avLst/>
              <a:gdLst/>
              <a:ahLst/>
              <a:cxnLst/>
              <a:rect l="l" t="t" r="r" b="b"/>
              <a:pathLst>
                <a:path w="25025" h="51460" extrusionOk="0">
                  <a:moveTo>
                    <a:pt x="5450" y="1"/>
                  </a:moveTo>
                  <a:cubicBezTo>
                    <a:pt x="5450" y="1"/>
                    <a:pt x="4642" y="1615"/>
                    <a:pt x="4239" y="2624"/>
                  </a:cubicBezTo>
                  <a:cubicBezTo>
                    <a:pt x="1" y="12916"/>
                    <a:pt x="4037" y="20382"/>
                    <a:pt x="7871" y="27647"/>
                  </a:cubicBezTo>
                  <a:cubicBezTo>
                    <a:pt x="11100" y="33499"/>
                    <a:pt x="14329" y="39755"/>
                    <a:pt x="11504" y="46616"/>
                  </a:cubicBezTo>
                  <a:cubicBezTo>
                    <a:pt x="10696" y="48432"/>
                    <a:pt x="9486" y="50248"/>
                    <a:pt x="7871" y="51459"/>
                  </a:cubicBezTo>
                  <a:lnTo>
                    <a:pt x="19979" y="51459"/>
                  </a:lnTo>
                  <a:cubicBezTo>
                    <a:pt x="19979" y="51459"/>
                    <a:pt x="20786" y="50047"/>
                    <a:pt x="20988" y="49441"/>
                  </a:cubicBezTo>
                  <a:cubicBezTo>
                    <a:pt x="25024" y="39553"/>
                    <a:pt x="23006" y="32692"/>
                    <a:pt x="17558" y="23208"/>
                  </a:cubicBezTo>
                  <a:cubicBezTo>
                    <a:pt x="17154" y="22602"/>
                    <a:pt x="16750" y="21997"/>
                    <a:pt x="16347" y="21190"/>
                  </a:cubicBezTo>
                  <a:cubicBezTo>
                    <a:pt x="13925" y="16952"/>
                    <a:pt x="11100" y="11907"/>
                    <a:pt x="13925" y="5449"/>
                  </a:cubicBezTo>
                  <a:cubicBezTo>
                    <a:pt x="14531" y="3431"/>
                    <a:pt x="15943" y="1413"/>
                    <a:pt x="17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-00 Custom Layouts">
  <p:cSld name="CUSTOM_39">
    <p:bg>
      <p:bgPr>
        <a:solidFill>
          <a:schemeClr val="lt2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0"/>
          <p:cNvSpPr/>
          <p:nvPr/>
        </p:nvSpPr>
        <p:spPr>
          <a:xfrm>
            <a:off x="0" y="0"/>
            <a:ext cx="9150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20" name="Google Shape;620;p50"/>
          <p:cNvSpPr txBox="1"/>
          <p:nvPr/>
        </p:nvSpPr>
        <p:spPr>
          <a:xfrm>
            <a:off x="240300" y="1925250"/>
            <a:ext cx="8663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Custom Layouts</a:t>
            </a:r>
            <a:endParaRPr sz="72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240300" y="576175"/>
            <a:ext cx="86634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08 Slide category</a:t>
            </a:r>
            <a:endParaRPr sz="9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6575" y="432000"/>
            <a:ext cx="807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6575" y="1279325"/>
            <a:ext cx="8070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●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04800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98450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298450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298450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298450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298450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298450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298450" rtl="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100"/>
              <a:buFont typeface="Open Sans Light"/>
              <a:buChar char="■"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93">
          <p15:clr>
            <a:srgbClr val="E46962"/>
          </p15:clr>
        </p15:guide>
        <p15:guide id="2" orient="horz" pos="3006">
          <p15:clr>
            <a:srgbClr val="E46962"/>
          </p15:clr>
        </p15:guide>
        <p15:guide id="3" pos="5065">
          <p15:clr>
            <a:srgbClr val="E46962"/>
          </p15:clr>
        </p15:guide>
        <p15:guide id="4" pos="5607">
          <p15:clr>
            <a:srgbClr val="E46962"/>
          </p15:clr>
        </p15:guide>
        <p15:guide id="5" pos="150">
          <p15:clr>
            <a:srgbClr val="E46962"/>
          </p15:clr>
        </p15:guide>
        <p15:guide id="6" pos="689">
          <p15:clr>
            <a:srgbClr val="E46962"/>
          </p15:clr>
        </p15:guide>
        <p15:guide id="7" orient="horz" pos="2855">
          <p15:clr>
            <a:srgbClr val="E46962"/>
          </p15:clr>
        </p15:guide>
        <p15:guide id="8" orient="horz" pos="147">
          <p15:clr>
            <a:srgbClr val="E46962"/>
          </p15:clr>
        </p15:guide>
        <p15:guide id="9" orient="horz" pos="376">
          <p15:clr>
            <a:srgbClr val="E46962"/>
          </p15:clr>
        </p15:guide>
        <p15:guide id="10" pos="2913">
          <p15:clr>
            <a:srgbClr val="E46962"/>
          </p15:clr>
        </p15:guide>
        <p15:guide id="11" pos="2835">
          <p15:clr>
            <a:srgbClr val="E46962"/>
          </p15:clr>
        </p15:guide>
        <p15:guide id="12" pos="2483">
          <p15:clr>
            <a:srgbClr val="E46962"/>
          </p15:clr>
        </p15:guide>
        <p15:guide id="13" pos="2405">
          <p15:clr>
            <a:srgbClr val="E46962"/>
          </p15:clr>
        </p15:guide>
        <p15:guide id="14" pos="3270">
          <p15:clr>
            <a:srgbClr val="E46962"/>
          </p15:clr>
        </p15:guide>
        <p15:guide id="15" pos="3346">
          <p15:clr>
            <a:srgbClr val="E46962"/>
          </p15:clr>
        </p15:guide>
        <p15:guide id="16" pos="3699">
          <p15:clr>
            <a:srgbClr val="E46962"/>
          </p15:clr>
        </p15:guide>
        <p15:guide id="17" pos="3775">
          <p15:clr>
            <a:srgbClr val="E46962"/>
          </p15:clr>
        </p15:guide>
        <p15:guide id="18" pos="4128">
          <p15:clr>
            <a:srgbClr val="E46962"/>
          </p15:clr>
        </p15:guide>
        <p15:guide id="19" pos="4205">
          <p15:clr>
            <a:srgbClr val="E46962"/>
          </p15:clr>
        </p15:guide>
        <p15:guide id="20" pos="4561">
          <p15:clr>
            <a:srgbClr val="E46962"/>
          </p15:clr>
        </p15:guide>
        <p15:guide id="21" pos="4635">
          <p15:clr>
            <a:srgbClr val="E46962"/>
          </p15:clr>
        </p15:guide>
        <p15:guide id="22" pos="4991">
          <p15:clr>
            <a:srgbClr val="E46962"/>
          </p15:clr>
        </p15:guide>
        <p15:guide id="23" pos="2054">
          <p15:clr>
            <a:srgbClr val="E46962"/>
          </p15:clr>
        </p15:guide>
        <p15:guide id="24" pos="1976">
          <p15:clr>
            <a:srgbClr val="E46962"/>
          </p15:clr>
        </p15:guide>
        <p15:guide id="25" pos="1546">
          <p15:clr>
            <a:srgbClr val="E46962"/>
          </p15:clr>
        </p15:guide>
        <p15:guide id="26" pos="1626">
          <p15:clr>
            <a:srgbClr val="E46962"/>
          </p15:clr>
        </p15:guide>
        <p15:guide id="27" pos="1195">
          <p15:clr>
            <a:srgbClr val="E46962"/>
          </p15:clr>
        </p15:guide>
        <p15:guide id="28" pos="1117">
          <p15:clr>
            <a:srgbClr val="E46962"/>
          </p15:clr>
        </p15:guide>
        <p15:guide id="29" pos="762">
          <p15:clr>
            <a:srgbClr val="E46962"/>
          </p15:clr>
        </p15:guide>
        <p15:guide id="30" pos="338">
          <p15:clr>
            <a:srgbClr val="E46962"/>
          </p15:clr>
        </p15:guide>
        <p15:guide id="31" pos="542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1"/>
          <p:cNvSpPr txBox="1">
            <a:spLocks noGrp="1"/>
          </p:cNvSpPr>
          <p:nvPr>
            <p:ph type="title"/>
          </p:nvPr>
        </p:nvSpPr>
        <p:spPr>
          <a:xfrm>
            <a:off x="536575" y="1169750"/>
            <a:ext cx="3282000" cy="19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600">
                <a:solidFill>
                  <a:schemeClr val="lt1"/>
                </a:solidFill>
              </a:rPr>
              <a:t>Model Context Protocol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7" name="Google Shape;627;p51"/>
          <p:cNvSpPr txBox="1">
            <a:spLocks noGrp="1"/>
          </p:cNvSpPr>
          <p:nvPr>
            <p:ph type="subTitle" idx="4294967295"/>
          </p:nvPr>
        </p:nvSpPr>
        <p:spPr>
          <a:xfrm>
            <a:off x="536575" y="710850"/>
            <a:ext cx="32820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>
                <a:solidFill>
                  <a:schemeClr val="accent6"/>
                </a:solidFill>
              </a:rPr>
              <a:t>Day 1 — Theory &amp; Using Existing MCPs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Day 1 — Agenda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Theory: what MCP is, why it matters, how it works (~20 min)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Real-world MCPs and practical advice (~10–15 min)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Hands-on: configure &amp; use two MCPs back-to-back (~20–30 min)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    — Remote MCP (DeepWiki)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    — Local MCP (pre-built Dad Jokes)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Q&amp;A and Day 2 preview (~5 min)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Total: ~55–70 minutes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7"/>
          <p:cNvSpPr txBox="1">
            <a:spLocks noGrp="1"/>
          </p:cNvSpPr>
          <p:nvPr>
            <p:ph type="title"/>
          </p:nvPr>
        </p:nvSpPr>
        <p:spPr>
          <a:xfrm>
            <a:off x="536575" y="2286184"/>
            <a:ext cx="8070900" cy="18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1: Theory</a:t>
            </a:r>
            <a:endParaRPr/>
          </a:p>
        </p:txBody>
      </p:sp>
      <p:sp>
        <p:nvSpPr>
          <p:cNvPr id="667" name="Google Shape;667;p57"/>
          <p:cNvSpPr txBox="1">
            <a:spLocks noGrp="1"/>
          </p:cNvSpPr>
          <p:nvPr>
            <p:ph type="body" idx="1"/>
          </p:nvPr>
        </p:nvSpPr>
        <p:spPr>
          <a:xfrm>
            <a:off x="536575" y="4290084"/>
            <a:ext cx="80709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/>
              <a:t>Why MCP, what it is, how it 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Problem: LLMs Are Isolated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AI models are powerful — but blind to your tools and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They can't see your Jira, your database, your Slack, your files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Every external interaction = you copy-pasting context manually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You are the integration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MCP fixes this by giving AI a standard way to reach out.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Before MCP: The Integration Problem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Without MCP: every AI app builds its own bespoke integrations.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3 tools × 2 clients = 6 integrations. Doesn't scale.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With MCP: each tool ships ONE MCP server.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3 servers &lt;- 2 clients = 3 integrations. Linear scaling.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Same pattern USB solved for hardware.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MCP = USB-C for AI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One protocol. Any AI client (Claude Code, Cursor, Windsurf, …)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talks to any tool — as long as that tool speaks MCP.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Build your tool once → it works everywhere.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Switch your AI client → your tools still work.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MCP?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Open standard by Anthropic, released late 2024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JSON-RPC 2.0 between Host (AI client) and Server (tool provider)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Similar in spirit to LSP — the protocol behind VS Code IntelliSense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Language-agnostic — write servers in TS, Python, Go, anything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Turns AI from a text generator into something that can DO things.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MCP Core Primitives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Tools — functions the AI can CALL (create ticket, run query)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Resources — data the AI can READ (files, schemas, API responses)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Prompts — reusable prompt templates a server can provide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This workshop is tool-focused for 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MCP Architecture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729" name="Rounded Rectangle 728"/>
          <p:cNvSpPr/>
          <p:nvPr/>
        </p:nvSpPr>
        <p:spPr>
          <a:xfrm>
            <a:off x="457200" y="2011680"/>
            <a:ext cx="2194560" cy="1005840"/>
          </a:xfrm>
          <a:prstGeom prst="roundRect">
            <a:avLst/>
          </a:prstGeom>
          <a:solidFill>
            <a:srgbClr val="2A6FA8"/>
          </a:solidFill>
          <a:ln>
            <a:solidFill>
              <a:srgbClr val="6E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Client (Host)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Claude Code, Cursor, …</a:t>
            </a:r>
          </a:p>
        </p:txBody>
      </p:sp>
      <p:sp>
        <p:nvSpPr>
          <p:cNvPr id="730" name="Rounded Rectangle 729"/>
          <p:cNvSpPr/>
          <p:nvPr/>
        </p:nvSpPr>
        <p:spPr>
          <a:xfrm>
            <a:off x="3474720" y="2011680"/>
            <a:ext cx="2194560" cy="1005840"/>
          </a:xfrm>
          <a:prstGeom prst="roundRect">
            <a:avLst/>
          </a:prstGeom>
          <a:solidFill>
            <a:srgbClr val="2A6FA8"/>
          </a:solidFill>
          <a:ln>
            <a:solidFill>
              <a:srgbClr val="6E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MCP Server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Your code</a:t>
            </a:r>
          </a:p>
        </p:txBody>
      </p:sp>
      <p:sp>
        <p:nvSpPr>
          <p:cNvPr id="731" name="Rounded Rectangle 730"/>
          <p:cNvSpPr/>
          <p:nvPr/>
        </p:nvSpPr>
        <p:spPr>
          <a:xfrm>
            <a:off x="6492240" y="2011680"/>
            <a:ext cx="2194560" cy="1005840"/>
          </a:xfrm>
          <a:prstGeom prst="roundRect">
            <a:avLst/>
          </a:prstGeom>
          <a:solidFill>
            <a:srgbClr val="2A6FA8"/>
          </a:solidFill>
          <a:ln>
            <a:solidFill>
              <a:srgbClr val="6E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External System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API, DB, Filesystem</a:t>
            </a:r>
          </a:p>
        </p:txBody>
      </p:sp>
      <p:sp>
        <p:nvSpPr>
          <p:cNvPr id="732" name="Left-Right Arrow 731"/>
          <p:cNvSpPr/>
          <p:nvPr/>
        </p:nvSpPr>
        <p:spPr>
          <a:xfrm>
            <a:off x="2788920" y="2331720"/>
            <a:ext cx="457200" cy="365760"/>
          </a:xfrm>
          <a:prstGeom prst="leftRightArrow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Left-Right Arrow 732"/>
          <p:cNvSpPr/>
          <p:nvPr/>
        </p:nvSpPr>
        <p:spPr>
          <a:xfrm>
            <a:off x="5806440" y="2331720"/>
            <a:ext cx="457200" cy="365760"/>
          </a:xfrm>
          <a:prstGeom prst="leftRightArrow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4" name="TextBox 733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CCCCCC"/>
                </a:solidFill>
              </a:rPr>
              <a:t>Transport:  stdio (local subprocess)  |  Streamable HTTP (remote)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AAAAAA"/>
                </a:solidFill>
              </a:rPr>
              <a:t>The client discovers tools at startup; the LLM decides when to call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Key Concepts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The AI decides — you define tools, the model picks when to call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Human-in-the-loop — every tool call is user-approved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Composability — run 10 servers; AI orchestrates across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Server is just a program — anything that speaks JSON-RPC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It Works: The Lifecycle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1. Client spawns/connects to MCP server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2. Handshake: server lists its tools + schemas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3. User sends a message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4. LLM reads tool descriptions → picks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5. User sees &amp; approves the proposed tool call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6. Client invokes server; server executes; result returns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7. AI incorporates the result into its response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Where MCPs Live in Claude Code</a:t>
            </a:r>
            <a:endParaRPr dirty="0"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Three scopes for MCP config: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• Project — .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mcp.json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at project root  (team-shared, approval-on-first-use)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• Local — ~/.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claude.json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per-project  (just you; default of `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claude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mcp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add`)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• User — ~/.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claude.json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user-level  (just you, across all your projects)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Precedence: local &gt; project &gt; user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30B3-FE6F-42D9-264B-360ECC0A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540000"/>
            <a:ext cx="5335800" cy="861774"/>
          </a:xfrm>
        </p:spPr>
        <p:txBody>
          <a:bodyPr/>
          <a:lstStyle/>
          <a:p>
            <a:r>
              <a:rPr lang="en-GB" dirty="0"/>
              <a:t>Where MCPs Live in Claude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4F2A5-5884-5888-2757-8BD9A824E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Two main config shapes (covered hands-on in Part 3):</a:t>
            </a:r>
            <a:endParaRPr lang="en-GB" dirty="0"/>
          </a:p>
          <a:p>
            <a:pPr marL="0" lvl="0" indent="0"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Remote:  { "type": "http", "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url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": "https://example.com/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mcp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" }</a:t>
            </a:r>
            <a:endParaRPr lang="en-GB" dirty="0"/>
          </a:p>
          <a:p>
            <a:pPr marL="0" lvl="0" indent="0"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Local:   { "type": "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stdio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", "command": "node", "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args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": ["/path/to/index.js"] }</a:t>
            </a:r>
            <a:endParaRPr lang="en-GB" dirty="0"/>
          </a:p>
          <a:p>
            <a:pPr marL="0" lvl="0" indent="0">
              <a:spcAft>
                <a:spcPts val="500"/>
              </a:spcAft>
              <a:buNone/>
            </a:pPr>
            <a:endParaRPr lang="en-GB" dirty="0"/>
          </a:p>
          <a:p>
            <a:pPr marL="0" lvl="0" indent="0"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Third shape: 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npx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npm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-fetched local subprocess) — Day 2.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205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MCP Inspector: Testing &amp; Debugging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Interactive dev tool — no AI client needed.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npx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@modelcontextprotocol/inspector &lt;command&gt;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• Tools tab — see schemas, test with custom inputs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• Resources tab — browse data, check MIME types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• Prompts tab — preview templates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• Notifications pane — live server logs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Your best friend when 'Claude Code can't see my tool' — it talks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to the server directly so you can tell where the bug is.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7"/>
          <p:cNvSpPr txBox="1">
            <a:spLocks noGrp="1"/>
          </p:cNvSpPr>
          <p:nvPr>
            <p:ph type="title"/>
          </p:nvPr>
        </p:nvSpPr>
        <p:spPr>
          <a:xfrm>
            <a:off x="536575" y="2286184"/>
            <a:ext cx="8070900" cy="18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2: Real-World MCPs</a:t>
            </a:r>
            <a:endParaRPr/>
          </a:p>
        </p:txBody>
      </p:sp>
      <p:sp>
        <p:nvSpPr>
          <p:cNvPr id="667" name="Google Shape;667;p57"/>
          <p:cNvSpPr txBox="1">
            <a:spLocks noGrp="1"/>
          </p:cNvSpPr>
          <p:nvPr>
            <p:ph type="body" idx="1"/>
          </p:nvPr>
        </p:nvSpPr>
        <p:spPr>
          <a:xfrm>
            <a:off x="536575" y="4290084"/>
            <a:ext cx="80709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/>
              <a:t>What's already out there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Popular MCP Servers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</p:txBody>
      </p:sp>
      <p:graphicFrame>
        <p:nvGraphicFramePr>
          <p:cNvPr id="729" name="Table 728"/>
          <p:cNvGraphicFramePr>
            <a:graphicFrameLocks noGrp="1"/>
          </p:cNvGraphicFramePr>
          <p:nvPr/>
        </p:nvGraphicFramePr>
        <p:xfrm>
          <a:off x="548640" y="155448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Server</a:t>
                      </a:r>
                    </a:p>
                  </a:txBody>
                  <a:tcPr>
                    <a:solidFill>
                      <a:srgbClr val="2A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2A6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Slack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Read/send messages, search channels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GitHub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PRs, issues, code search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Jira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Search, create, transition tickets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PostgreSQL / SQLite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Natural-language DB queries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Filesystem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Scoped file read/write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Brave Search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Web search for fresh facts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Puppeteer / Playwright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Browser automation</a:t>
                      </a:r>
                    </a:p>
                  </a:txBody>
                  <a:tcPr>
                    <a:solidFill>
                      <a:srgbClr val="181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Linear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Sprint planning, issue tracking</a:t>
                      </a:r>
                    </a:p>
                  </a:txBody>
                  <a:tcPr>
                    <a:solidFill>
                      <a:srgbClr val="22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Where to Find MCP Servers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Official registry — modelcontextprotocol.io (curated)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GitHub — github.com/modelcontextprotocol/servers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Community — search 'MCP server' on npm or PyPI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Build your own — anything with an API can be an MCP server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Practical Advice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Start small — pick one alt-tab annoyance, wire that up first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Security matters — MCP servers run with YOUR permissions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Choose transport — stdio for personal, Streamable HTTP for shared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• Combine servers — composability is where the real magic shows up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7"/>
          <p:cNvSpPr txBox="1">
            <a:spLocks noGrp="1"/>
          </p:cNvSpPr>
          <p:nvPr>
            <p:ph type="title"/>
          </p:nvPr>
        </p:nvSpPr>
        <p:spPr>
          <a:xfrm>
            <a:off x="536575" y="2286184"/>
            <a:ext cx="8070900" cy="18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3: Hands-On</a:t>
            </a:r>
            <a:endParaRPr/>
          </a:p>
        </p:txBody>
      </p:sp>
      <p:sp>
        <p:nvSpPr>
          <p:cNvPr id="667" name="Google Shape;667;p57"/>
          <p:cNvSpPr txBox="1">
            <a:spLocks noGrp="1"/>
          </p:cNvSpPr>
          <p:nvPr>
            <p:ph type="body" idx="1"/>
          </p:nvPr>
        </p:nvSpPr>
        <p:spPr>
          <a:xfrm>
            <a:off x="536575" y="4290084"/>
            <a:ext cx="80709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/>
              <a:t>Two MCPs, two config patterns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Demo 1: Remote MCP (</a:t>
            </a:r>
            <a:r>
              <a:rPr lang="en-GB" dirty="0" err="1"/>
              <a:t>DeepWiki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Add to .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mcp.json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in your workshop folder root: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"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deepwiki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":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  "type": "http",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  "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url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": "https://mcp.deepwiki.com/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mcp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Restart Claude Code (approve the server). Try: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"Using 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deepwiki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on 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modelcontextprotocol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/typescript-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sdk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  show me the simplest way to register a tool with 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server.tool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()."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6D0F-9AF5-F682-22C4-D87D9BCD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540000"/>
            <a:ext cx="5335800" cy="861774"/>
          </a:xfrm>
        </p:spPr>
        <p:txBody>
          <a:bodyPr/>
          <a:lstStyle/>
          <a:p>
            <a:r>
              <a:rPr lang="en-GB" dirty="0"/>
              <a:t>Demo 1: Remote MCP (</a:t>
            </a:r>
            <a:r>
              <a:rPr lang="en-GB" dirty="0" err="1"/>
              <a:t>DeepWiki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36A6-5FD7-02A6-37C7-09CF5D811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Aft>
                <a:spcPts val="500"/>
              </a:spcAft>
              <a:buNone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Previews the exact API you'll use on Day 2.</a:t>
            </a:r>
            <a:endParaRPr lang="en-US" dirty="0"/>
          </a:p>
          <a:p>
            <a:pPr marL="0" lvl="0" indent="0">
              <a:spcAft>
                <a:spcPts val="500"/>
              </a:spcAft>
              <a:buNone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No install, no API key — server lives on someone else's machine.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574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Demo 2: Local MCP (Pre-built Dad Jokes)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1. Extract the pre-built dad-jokes-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mcp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folder you were given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2. Grab the absolute path to build/index.js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3. Add to .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mcp.json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alongside 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deepwiki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   "dad-jokes":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     "type": "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stdio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     "command": "node",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     "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args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": ["C:/…/dad-jokes-mcp/build/index.js"]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   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4. Restart Claude Code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Try: "Tell me a dad joke."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node literally executes that file. Local subprocess.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>
            <a:spLocks noGrp="1"/>
          </p:cNvSpPr>
          <p:nvPr>
            <p:ph type="title"/>
          </p:nvPr>
        </p:nvSpPr>
        <p:spPr>
          <a:xfrm>
            <a:off x="536575" y="540000"/>
            <a:ext cx="53358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Side-by-Side: Two Config Patterns</a:t>
            </a:r>
            <a:endParaRPr/>
          </a:p>
        </p:txBody>
      </p:sp>
      <p:sp>
        <p:nvSpPr>
          <p:cNvPr id="728" name="Google Shape;728;p64"/>
          <p:cNvSpPr txBox="1">
            <a:spLocks noGrp="1"/>
          </p:cNvSpPr>
          <p:nvPr>
            <p:ph type="body" idx="1"/>
          </p:nvPr>
        </p:nvSpPr>
        <p:spPr>
          <a:xfrm>
            <a:off x="536575" y="1739175"/>
            <a:ext cx="5335800" cy="2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Remote — server lives somewhere else: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"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deepwiki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": { "type": "http", "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url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": "…" 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Local — server runs on your machine: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  "dad-jokes": { "command": "node", "</a:t>
            </a:r>
            <a:r>
              <a:rPr lang="en-GB" sz="1300" b="1" dirty="0" err="1">
                <a:latin typeface="Consolas"/>
                <a:ea typeface="Open Sans"/>
                <a:cs typeface="Open Sans"/>
                <a:sym typeface="Open Sans"/>
              </a:rPr>
              <a:t>args</a:t>
            </a:r>
            <a:r>
              <a:rPr lang="en-GB" sz="1300" b="1" dirty="0">
                <a:latin typeface="Consolas"/>
                <a:ea typeface="Open Sans"/>
                <a:cs typeface="Open Sans"/>
                <a:sym typeface="Open Sans"/>
              </a:rPr>
              <a:t>": ["…/index.js"] 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Same model, same protocol, same approval UX.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Third common shape: 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npx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GB" b="1" dirty="0" err="1">
                <a:latin typeface="Open Sans"/>
                <a:ea typeface="Open Sans"/>
                <a:cs typeface="Open Sans"/>
                <a:sym typeface="Open Sans"/>
              </a:rPr>
              <a:t>npm</a:t>
            </a:r>
            <a:r>
              <a:rPr lang="en-GB" b="1" dirty="0">
                <a:latin typeface="Open Sans"/>
                <a:ea typeface="Open Sans"/>
                <a:cs typeface="Open Sans"/>
                <a:sym typeface="Open Sans"/>
              </a:rPr>
              <a:t>-fetched local subprocess) — Day 2.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9"/>
          <p:cNvSpPr txBox="1">
            <a:spLocks noGrp="1"/>
          </p:cNvSpPr>
          <p:nvPr>
            <p:ph type="title"/>
          </p:nvPr>
        </p:nvSpPr>
        <p:spPr>
          <a:xfrm>
            <a:off x="2293128" y="1304039"/>
            <a:ext cx="6255300" cy="21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"Today we learned the theory and plugged in two MCPs — one hosted, one local. Tomorrow: more MCPs, then vibe-code one of your own."</a:t>
            </a:r>
            <a:endParaRPr sz="2400" dirty="0"/>
          </a:p>
        </p:txBody>
      </p:sp>
      <p:sp>
        <p:nvSpPr>
          <p:cNvPr id="785" name="Google Shape;785;p69"/>
          <p:cNvSpPr txBox="1">
            <a:spLocks noGrp="1"/>
          </p:cNvSpPr>
          <p:nvPr>
            <p:ph type="body" idx="1"/>
          </p:nvPr>
        </p:nvSpPr>
        <p:spPr>
          <a:xfrm>
            <a:off x="1896675" y="4130492"/>
            <a:ext cx="57252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/>
              <a:t>Day 1 Closing</a:t>
            </a:r>
            <a:endParaRPr/>
          </a:p>
        </p:txBody>
      </p:sp>
      <p:sp>
        <p:nvSpPr>
          <p:cNvPr id="786" name="Google Shape;786;p69"/>
          <p:cNvSpPr txBox="1">
            <a:spLocks noGrp="1"/>
          </p:cNvSpPr>
          <p:nvPr>
            <p:ph type="body" idx="2"/>
          </p:nvPr>
        </p:nvSpPr>
        <p:spPr>
          <a:xfrm>
            <a:off x="1896675" y="4389542"/>
            <a:ext cx="57252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UD 2023.1">
  <a:themeElements>
    <a:clrScheme name="Simple Light">
      <a:dk1>
        <a:srgbClr val="000000"/>
      </a:dk1>
      <a:lt1>
        <a:srgbClr val="FFFFFF"/>
      </a:lt1>
      <a:dk2>
        <a:srgbClr val="333333"/>
      </a:dk2>
      <a:lt2>
        <a:srgbClr val="EFEFEC"/>
      </a:lt2>
      <a:accent1>
        <a:srgbClr val="FFFFFF"/>
      </a:accent1>
      <a:accent2>
        <a:srgbClr val="7E0228"/>
      </a:accent2>
      <a:accent3>
        <a:srgbClr val="005254"/>
      </a:accent3>
      <a:accent4>
        <a:srgbClr val="003253"/>
      </a:accent4>
      <a:accent5>
        <a:srgbClr val="F9B6B4"/>
      </a:accent5>
      <a:accent6>
        <a:srgbClr val="A9DED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1531</Words>
  <Application>Microsoft Office PowerPoint</Application>
  <PresentationFormat>On-screen Show (16:9)</PresentationFormat>
  <Paragraphs>175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Consolas</vt:lpstr>
      <vt:lpstr>Open Sans</vt:lpstr>
      <vt:lpstr>Ubuntu</vt:lpstr>
      <vt:lpstr>Open Sans Light</vt:lpstr>
      <vt:lpstr>VUD 2023.1</vt:lpstr>
      <vt:lpstr>Model Context Protocol</vt:lpstr>
      <vt:lpstr>Day 1 — Agenda</vt:lpstr>
      <vt:lpstr>Part 1: Theory</vt:lpstr>
      <vt:lpstr>The Problem: LLMs Are Isolated</vt:lpstr>
      <vt:lpstr>Before MCP: The Integration Problem</vt:lpstr>
      <vt:lpstr>MCP = USB-C for AI</vt:lpstr>
      <vt:lpstr>What Is MCP?</vt:lpstr>
      <vt:lpstr>MCP Core Primitives</vt:lpstr>
      <vt:lpstr>MCP Architecture</vt:lpstr>
      <vt:lpstr>Key Concepts</vt:lpstr>
      <vt:lpstr>How It Works: The Lifecycle</vt:lpstr>
      <vt:lpstr>Where MCPs Live in Claude Code</vt:lpstr>
      <vt:lpstr>Where MCPs Live in Claude Code</vt:lpstr>
      <vt:lpstr>MCP Inspector: Testing &amp; Debugging</vt:lpstr>
      <vt:lpstr>Part 2: Real-World MCPs</vt:lpstr>
      <vt:lpstr>Popular MCP Servers</vt:lpstr>
      <vt:lpstr>Where to Find MCP Servers</vt:lpstr>
      <vt:lpstr>Practical Advice</vt:lpstr>
      <vt:lpstr>Part 3: Hands-On</vt:lpstr>
      <vt:lpstr>Demo 1: Remote MCP (DeepWiki)</vt:lpstr>
      <vt:lpstr>Demo 1: Remote MCP (DeepWiki)</vt:lpstr>
      <vt:lpstr>Demo 2: Local MCP (Pre-built Dad Jokes)</vt:lpstr>
      <vt:lpstr>Side-by-Side: Two Config Patterns</vt:lpstr>
      <vt:lpstr>"Today we learned the theory and plugged in two MCPs — one hosted, one local. Tomorrow: more MCPs, then vibe-code one of your own."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Armands Ķirītis</cp:lastModifiedBy>
  <cp:revision>2</cp:revision>
  <dcterms:modified xsi:type="dcterms:W3CDTF">2026-06-01T08:57:05Z</dcterms:modified>
</cp:coreProperties>
</file>